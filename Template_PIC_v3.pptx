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80f5ccd514f40" /><Relationship Type="http://schemas.openxmlformats.org/officeDocument/2006/relationships/extended-properties" Target="/docProps/app.xml" Id="Rc2458b1d319f41a5" /><Relationship Type="http://schemas.openxmlformats.org/officeDocument/2006/relationships/officeDocument" Target="/ppt/presentation.xml" Id="Rbac6086ef8ee4e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6dd83c2fe64455"/>
    <p:sldMasterId xmlns:r="http://schemas.openxmlformats.org/officeDocument/2006/relationships" id="2147483655" r:id="R4e4abcfadc1a4513"/>
  </p:sldMasterIdLst>
  <p:notesMasterIdLst>
    <p:notesMasterId xmlns:r="http://schemas.openxmlformats.org/officeDocument/2006/relationships" r:id="Rcd85102421484486"/>
  </p:notesMasterIdLst>
  <p:sldIdLst>
    <p:sldId xmlns:r="http://schemas.openxmlformats.org/officeDocument/2006/relationships" id="256" r:id="R239364b829584077"/>
    <p:sldId xmlns:r="http://schemas.openxmlformats.org/officeDocument/2006/relationships" id="257" r:id="R724a51e84aa34fee"/>
    <p:sldId xmlns:r="http://schemas.openxmlformats.org/officeDocument/2006/relationships" id="258" r:id="R97db7c83141f4ce1"/>
    <p:sldId xmlns:r="http://schemas.openxmlformats.org/officeDocument/2006/relationships" id="259" r:id="R18b6387b4f3a4ef4"/>
    <p:sldId xmlns:r="http://schemas.openxmlformats.org/officeDocument/2006/relationships" id="260" r:id="Ra706f3c3ebc24178"/>
    <p:sldId xmlns:r="http://schemas.openxmlformats.org/officeDocument/2006/relationships" id="261" r:id="Ra8eb1be3eea14c6d"/>
    <p:sldId xmlns:r="http://schemas.openxmlformats.org/officeDocument/2006/relationships" id="262" r:id="R0e216ef4506e45a9"/>
    <p:sldId xmlns:r="http://schemas.openxmlformats.org/officeDocument/2006/relationships" id="263" r:id="Rc17ba2edd8dd40ff"/>
    <p:sldId xmlns:r="http://schemas.openxmlformats.org/officeDocument/2006/relationships" id="264" r:id="R4128be5e73824485"/>
    <p:sldId xmlns:r="http://schemas.openxmlformats.org/officeDocument/2006/relationships" id="265" r:id="R8d13d080c84140b5"/>
    <p:sldId xmlns:r="http://schemas.openxmlformats.org/officeDocument/2006/relationships" id="266" r:id="R2fa814ade98f4cdf"/>
    <p:sldId xmlns:r="http://schemas.openxmlformats.org/officeDocument/2006/relationships" id="267" r:id="R9ce01cbf7f774133"/>
    <p:sldId xmlns:r="http://schemas.openxmlformats.org/officeDocument/2006/relationships" id="268" r:id="R0cfc829f645c418f"/>
    <p:sldId xmlns:r="http://schemas.openxmlformats.org/officeDocument/2006/relationships" id="269" r:id="Rcaa1b0217e094462"/>
    <p:sldId xmlns:r="http://schemas.openxmlformats.org/officeDocument/2006/relationships" id="270" r:id="Ree29c4bfd2774d20"/>
    <p:sldId xmlns:r="http://schemas.openxmlformats.org/officeDocument/2006/relationships" id="271" r:id="R543284288636478b"/>
    <p:sldId xmlns:r="http://schemas.openxmlformats.org/officeDocument/2006/relationships" id="272" r:id="Rb7c7112aea5c437b"/>
    <p:sldId xmlns:r="http://schemas.openxmlformats.org/officeDocument/2006/relationships" id="273" r:id="Rf8c15d936e0040fb"/>
    <p:sldId xmlns:r="http://schemas.openxmlformats.org/officeDocument/2006/relationships" id="274" r:id="Rb139df975c8b4220"/>
    <p:sldId xmlns:r="http://schemas.openxmlformats.org/officeDocument/2006/relationships" id="275" r:id="Rab4735a1745a4241"/>
    <p:sldId xmlns:r="http://schemas.openxmlformats.org/officeDocument/2006/relationships" id="276" r:id="Rbe3e7d3a2d974fad"/>
    <p:sldId xmlns:r="http://schemas.openxmlformats.org/officeDocument/2006/relationships" id="277" r:id="R7576603efca54fc9"/>
    <p:sldId xmlns:r="http://schemas.openxmlformats.org/officeDocument/2006/relationships" id="278" r:id="R8496d6dddab24811"/>
    <p:sldId xmlns:r="http://schemas.openxmlformats.org/officeDocument/2006/relationships" id="279" r:id="Ra1d75f71b8aa4964"/>
    <p:sldId xmlns:r="http://schemas.openxmlformats.org/officeDocument/2006/relationships" id="280" r:id="R7754876deccd441b"/>
    <p:sldId xmlns:r="http://schemas.openxmlformats.org/officeDocument/2006/relationships" id="281" r:id="R57af75b5ba614104"/>
    <p:sldId xmlns:r="http://schemas.openxmlformats.org/officeDocument/2006/relationships" id="282" r:id="Ra680c975fa064731"/>
    <p:sldId xmlns:r="http://schemas.openxmlformats.org/officeDocument/2006/relationships" id="283" r:id="R3ca8fdc87da145d5"/>
    <p:sldId xmlns:r="http://schemas.openxmlformats.org/officeDocument/2006/relationships" id="284" r:id="Rca16f6546cdd4b5f"/>
    <p:sldId xmlns:r="http://schemas.openxmlformats.org/officeDocument/2006/relationships" id="285" r:id="Rf257e71c4b55475a"/>
    <p:sldId xmlns:r="http://schemas.openxmlformats.org/officeDocument/2006/relationships" id="286" r:id="R86897d162acb400d"/>
    <p:sldId xmlns:r="http://schemas.openxmlformats.org/officeDocument/2006/relationships" id="287" r:id="Rfd1a144ed06e4dc2"/>
    <p:sldId xmlns:r="http://schemas.openxmlformats.org/officeDocument/2006/relationships" id="288" r:id="Rc0d87717187a45e2"/>
    <p:sldId xmlns:r="http://schemas.openxmlformats.org/officeDocument/2006/relationships" id="289" r:id="Raede44931200408b"/>
    <p:sldId xmlns:r="http://schemas.openxmlformats.org/officeDocument/2006/relationships" id="290" r:id="R27d5b5db125347a0"/>
    <p:sldId xmlns:r="http://schemas.openxmlformats.org/officeDocument/2006/relationships" id="291" r:id="R08650e0b5f3d4998"/>
    <p:sldId xmlns:r="http://schemas.openxmlformats.org/officeDocument/2006/relationships" id="292" r:id="R00d33ef742c141d8"/>
    <p:sldId xmlns:r="http://schemas.openxmlformats.org/officeDocument/2006/relationships" id="293" r:id="R44036779c3e3416e"/>
    <p:sldId xmlns:r="http://schemas.openxmlformats.org/officeDocument/2006/relationships" id="294" r:id="Re54a20581eb746e2"/>
    <p:sldId xmlns:r="http://schemas.openxmlformats.org/officeDocument/2006/relationships" id="295" r:id="R514429baf6b440df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44c12acc694563" /><Relationship Type="http://schemas.openxmlformats.org/officeDocument/2006/relationships/slideMaster" Target="/ppt/slideMasters/slideMaster1.xml" Id="Rbb6dd83c2fe64455" /><Relationship Type="http://schemas.openxmlformats.org/officeDocument/2006/relationships/slideMaster" Target="/ppt/slideMasters/slideMaster2.xml" Id="R4e4abcfadc1a4513" /><Relationship Type="http://schemas.openxmlformats.org/officeDocument/2006/relationships/notesMaster" Target="/ppt/notesMasters/notesMaster1.xml" Id="Rcd85102421484486" /><Relationship Type="http://schemas.openxmlformats.org/officeDocument/2006/relationships/presProps" Target="/ppt/presProps.xml" Id="Re3bfd3627eea4f3a" /><Relationship Type="http://schemas.openxmlformats.org/officeDocument/2006/relationships/tableStyles" Target="/ppt/tableStyles.xml" Id="Rf89a9cdae105444c" /><Relationship Type="http://schemas.openxmlformats.org/officeDocument/2006/relationships/slide" Target="/ppt/slides/slide1.xml" Id="R239364b829584077" /><Relationship Type="http://schemas.openxmlformats.org/officeDocument/2006/relationships/slide" Target="/ppt/slides/slide2.xml" Id="R724a51e84aa34fee" /><Relationship Type="http://schemas.openxmlformats.org/officeDocument/2006/relationships/slide" Target="/ppt/slides/slide3.xml" Id="R97db7c83141f4ce1" /><Relationship Type="http://schemas.openxmlformats.org/officeDocument/2006/relationships/slide" Target="/ppt/slides/slide4.xml" Id="R18b6387b4f3a4ef4" /><Relationship Type="http://schemas.openxmlformats.org/officeDocument/2006/relationships/slide" Target="/ppt/slides/slide5.xml" Id="Ra706f3c3ebc24178" /><Relationship Type="http://schemas.openxmlformats.org/officeDocument/2006/relationships/slide" Target="/ppt/slides/slide6.xml" Id="Ra8eb1be3eea14c6d" /><Relationship Type="http://schemas.openxmlformats.org/officeDocument/2006/relationships/slide" Target="/ppt/slides/slide7.xml" Id="R0e216ef4506e45a9" /><Relationship Type="http://schemas.openxmlformats.org/officeDocument/2006/relationships/slide" Target="/ppt/slides/slide8.xml" Id="Rc17ba2edd8dd40ff" /><Relationship Type="http://schemas.openxmlformats.org/officeDocument/2006/relationships/slide" Target="/ppt/slides/slide9.xml" Id="R4128be5e73824485" /><Relationship Type="http://schemas.openxmlformats.org/officeDocument/2006/relationships/slide" Target="/ppt/slides/slide10.xml" Id="R8d13d080c84140b5" /><Relationship Type="http://schemas.openxmlformats.org/officeDocument/2006/relationships/slide" Target="/ppt/slides/slide11.xml" Id="R2fa814ade98f4cdf" /><Relationship Type="http://schemas.openxmlformats.org/officeDocument/2006/relationships/slide" Target="/ppt/slides/slide12.xml" Id="R9ce01cbf7f774133" /><Relationship Type="http://schemas.openxmlformats.org/officeDocument/2006/relationships/slide" Target="/ppt/slides/slide13.xml" Id="R0cfc829f645c418f" /><Relationship Type="http://schemas.openxmlformats.org/officeDocument/2006/relationships/slide" Target="/ppt/slides/slide14.xml" Id="Rcaa1b0217e094462" /><Relationship Type="http://schemas.openxmlformats.org/officeDocument/2006/relationships/slide" Target="/ppt/slides/slide15.xml" Id="Ree29c4bfd2774d20" /><Relationship Type="http://schemas.openxmlformats.org/officeDocument/2006/relationships/slide" Target="/ppt/slides/slide16.xml" Id="R543284288636478b" /><Relationship Type="http://schemas.openxmlformats.org/officeDocument/2006/relationships/slide" Target="/ppt/slides/slide17.xml" Id="Rb7c7112aea5c437b" /><Relationship Type="http://schemas.openxmlformats.org/officeDocument/2006/relationships/slide" Target="/ppt/slides/slide18.xml" Id="Rf8c15d936e0040fb" /><Relationship Type="http://schemas.openxmlformats.org/officeDocument/2006/relationships/slide" Target="/ppt/slides/slide19.xml" Id="Rb139df975c8b4220" /><Relationship Type="http://schemas.openxmlformats.org/officeDocument/2006/relationships/slide" Target="/ppt/slides/slide20.xml" Id="Rab4735a1745a4241" /><Relationship Type="http://schemas.openxmlformats.org/officeDocument/2006/relationships/slide" Target="/ppt/slides/slide21.xml" Id="Rbe3e7d3a2d974fad" /><Relationship Type="http://schemas.openxmlformats.org/officeDocument/2006/relationships/slide" Target="/ppt/slides/slide22.xml" Id="R7576603efca54fc9" /><Relationship Type="http://schemas.openxmlformats.org/officeDocument/2006/relationships/slide" Target="/ppt/slides/slide23.xml" Id="R8496d6dddab24811" /><Relationship Type="http://schemas.openxmlformats.org/officeDocument/2006/relationships/slide" Target="/ppt/slides/slide24.xml" Id="Ra1d75f71b8aa4964" /><Relationship Type="http://schemas.openxmlformats.org/officeDocument/2006/relationships/slide" Target="/ppt/slides/slide25.xml" Id="R7754876deccd441b" /><Relationship Type="http://schemas.openxmlformats.org/officeDocument/2006/relationships/slide" Target="/ppt/slides/slide26.xml" Id="R57af75b5ba614104" /><Relationship Type="http://schemas.openxmlformats.org/officeDocument/2006/relationships/slide" Target="/ppt/slides/slide27.xml" Id="Ra680c975fa064731" /><Relationship Type="http://schemas.openxmlformats.org/officeDocument/2006/relationships/slide" Target="/ppt/slides/slide28.xml" Id="R3ca8fdc87da145d5" /><Relationship Type="http://schemas.openxmlformats.org/officeDocument/2006/relationships/slide" Target="/ppt/slides/slide29.xml" Id="Rca16f6546cdd4b5f" /><Relationship Type="http://schemas.openxmlformats.org/officeDocument/2006/relationships/slide" Target="/ppt/slides/slide30.xml" Id="Rf257e71c4b55475a" /><Relationship Type="http://schemas.openxmlformats.org/officeDocument/2006/relationships/slide" Target="/ppt/slides/slide31.xml" Id="R86897d162acb400d" /><Relationship Type="http://schemas.openxmlformats.org/officeDocument/2006/relationships/slide" Target="/ppt/slides/slide32.xml" Id="Rfd1a144ed06e4dc2" /><Relationship Type="http://schemas.openxmlformats.org/officeDocument/2006/relationships/slide" Target="/ppt/slides/slide33.xml" Id="Rc0d87717187a45e2" /><Relationship Type="http://schemas.openxmlformats.org/officeDocument/2006/relationships/slide" Target="/ppt/slides/slide34.xml" Id="Raede44931200408b" /><Relationship Type="http://schemas.openxmlformats.org/officeDocument/2006/relationships/slide" Target="/ppt/slides/slide35.xml" Id="R27d5b5db125347a0" /><Relationship Type="http://schemas.openxmlformats.org/officeDocument/2006/relationships/slide" Target="/ppt/slides/slide36.xml" Id="R08650e0b5f3d4998" /><Relationship Type="http://schemas.openxmlformats.org/officeDocument/2006/relationships/slide" Target="/ppt/slides/slide37.xml" Id="R00d33ef742c141d8" /><Relationship Type="http://schemas.openxmlformats.org/officeDocument/2006/relationships/slide" Target="/ppt/slides/slide38.xml" Id="R44036779c3e3416e" /><Relationship Type="http://schemas.openxmlformats.org/officeDocument/2006/relationships/slide" Target="/ppt/slides/slide39.xml" Id="Re54a20581eb746e2" /><Relationship Type="http://schemas.openxmlformats.org/officeDocument/2006/relationships/slide" Target="/ppt/slides/slide40.xml" Id="R514429baf6b440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0a250a90f3d46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IC Cyprus e Sand">
      <a:dk1>
        <a:srgbClr val="101617"/>
      </a:dk1>
      <a:lt1>
        <a:srgbClr val="FFFFFF"/>
      </a:lt1>
      <a:dk2>
        <a:srgbClr val="004741"/>
      </a:dk2>
      <a:lt2>
        <a:srgbClr val="F0EDE4"/>
      </a:lt2>
      <a:accent1>
        <a:srgbClr val="004741"/>
      </a:accent1>
      <a:accent2>
        <a:srgbClr val="00796E"/>
      </a:accent2>
      <a:accent3>
        <a:srgbClr val="5BAFA4"/>
      </a:accent3>
      <a:accent4>
        <a:srgbClr val="DCD6C7"/>
      </a:accent4>
      <a:accent5>
        <a:srgbClr val="E7E2D4"/>
      </a:accent5>
      <a:accent6>
        <a:srgbClr val="616B68"/>
      </a:accent6>
      <a:hlink>
        <a:srgbClr val="00796E"/>
      </a:hlink>
      <a:folHlink>
        <a:srgbClr val="004741"/>
      </a:folHlink>
    </a:clrScheme>
    <a:fontScheme name="">
      <a:majorFont>
        <a:latin typeface="Inter Variable"/>
        <a:ea typeface=""/>
        <a:cs typeface=""/>
      </a:majorFont>
      <a:minorFont>
        <a:latin typeface="Inter Variable"/>
        <a:ea typeface=""/>
        <a:cs typeface=""/>
      </a:minorFont>
    </a:fontScheme>
    <a:fmtScheme name="PIC Cyprus e San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c80b599a7945d7" /><Relationship Type="http://schemas.openxmlformats.org/officeDocument/2006/relationships/notesMaster" Target="/ppt/notesMasters/notesMaster1.xml" Id="R3eadf47253744e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70641b8c4a491c" /><Relationship Type="http://schemas.openxmlformats.org/officeDocument/2006/relationships/notesMaster" Target="/ppt/notesMasters/notesMaster1.xml" Id="R0ed8b7d4ba91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84bc135d34da4" /><Relationship Type="http://schemas.openxmlformats.org/officeDocument/2006/relationships/notesMaster" Target="/ppt/notesMasters/notesMaster1.xml" Id="Ra33e04dc5fa848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47c83deaf74ebc" /><Relationship Type="http://schemas.openxmlformats.org/officeDocument/2006/relationships/notesMaster" Target="/ppt/notesMasters/notesMaster1.xml" Id="Ra6cc6b7c63484c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94ab13a5454518" /><Relationship Type="http://schemas.openxmlformats.org/officeDocument/2006/relationships/notesMaster" Target="/ppt/notesMasters/notesMaster1.xml" Id="R873fa403f3b84a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c72586275640c8" /><Relationship Type="http://schemas.openxmlformats.org/officeDocument/2006/relationships/notesMaster" Target="/ppt/notesMasters/notesMaster1.xml" Id="Rc954cbaf960b4c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63ed6d8d7b4a1b" /><Relationship Type="http://schemas.openxmlformats.org/officeDocument/2006/relationships/notesMaster" Target="/ppt/notesMasters/notesMaster1.xml" Id="R5d5f5f92ba4245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be3f08ce944db8" /><Relationship Type="http://schemas.openxmlformats.org/officeDocument/2006/relationships/notesMaster" Target="/ppt/notesMasters/notesMaster1.xml" Id="Rae41381c06e648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76c5755eee4013" /><Relationship Type="http://schemas.openxmlformats.org/officeDocument/2006/relationships/notesMaster" Target="/ppt/notesMasters/notesMaster1.xml" Id="R96831cd10dbe42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7087bfa5d54d67" /><Relationship Type="http://schemas.openxmlformats.org/officeDocument/2006/relationships/notesMaster" Target="/ppt/notesMasters/notesMaster1.xml" Id="Rd67d3ebfe33b40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1b0ec4328f4746" /><Relationship Type="http://schemas.openxmlformats.org/officeDocument/2006/relationships/notesMaster" Target="/ppt/notesMasters/notesMaster1.xml" Id="R48a7abe33e684e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7aeb9effb0474f" /><Relationship Type="http://schemas.openxmlformats.org/officeDocument/2006/relationships/notesMaster" Target="/ppt/notesMasters/notesMaster1.xml" Id="Re50523fb04e24d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b1cb13020e458d" /><Relationship Type="http://schemas.openxmlformats.org/officeDocument/2006/relationships/notesMaster" Target="/ppt/notesMasters/notesMaster1.xml" Id="R187214e1411740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f9a06e3042402c" /><Relationship Type="http://schemas.openxmlformats.org/officeDocument/2006/relationships/notesMaster" Target="/ppt/notesMasters/notesMaster1.xml" Id="Rcff0334167b048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688c052b384fd8" /><Relationship Type="http://schemas.openxmlformats.org/officeDocument/2006/relationships/notesMaster" Target="/ppt/notesMasters/notesMaster1.xml" Id="R5edaa5e33d3e4e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54f523d26e43ae" /><Relationship Type="http://schemas.openxmlformats.org/officeDocument/2006/relationships/notesMaster" Target="/ppt/notesMasters/notesMaster1.xml" Id="Rc6b744ca0bce4a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47c2cac2954d64" /><Relationship Type="http://schemas.openxmlformats.org/officeDocument/2006/relationships/notesMaster" Target="/ppt/notesMasters/notesMaster1.xml" Id="R3626c7a3d8754f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1a6dd104dd4c9c" /><Relationship Type="http://schemas.openxmlformats.org/officeDocument/2006/relationships/notesMaster" Target="/ppt/notesMasters/notesMaster1.xml" Id="R76b8e8776bdf47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5f7692b0294dd5" /><Relationship Type="http://schemas.openxmlformats.org/officeDocument/2006/relationships/notesMaster" Target="/ppt/notesMasters/notesMaster1.xml" Id="Rd1390c40a3c24d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f2e204fa8c4f44" /><Relationship Type="http://schemas.openxmlformats.org/officeDocument/2006/relationships/notesMaster" Target="/ppt/notesMasters/notesMaster1.xml" Id="R1716f8a1da274d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87884c137fa43f5" /><Relationship Type="http://schemas.openxmlformats.org/officeDocument/2006/relationships/notesMaster" Target="/ppt/notesMasters/notesMaster1.xml" Id="Rb673b7001ceb4b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556e6fcfc54a52" /><Relationship Type="http://schemas.openxmlformats.org/officeDocument/2006/relationships/notesMaster" Target="/ppt/notesMasters/notesMaster1.xml" Id="R8c4eda8a4daa46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eadc9185a59476d" /><Relationship Type="http://schemas.openxmlformats.org/officeDocument/2006/relationships/notesMaster" Target="/ppt/notesMasters/notesMaster1.xml" Id="Rfb303c2623af4a6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a1f23940ddf401d" /><Relationship Type="http://schemas.openxmlformats.org/officeDocument/2006/relationships/notesMaster" Target="/ppt/notesMasters/notesMaster1.xml" Id="R10738915f8a64b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e06dd8c16234d66" /><Relationship Type="http://schemas.openxmlformats.org/officeDocument/2006/relationships/notesMaster" Target="/ppt/notesMasters/notesMaster1.xml" Id="R2be1c926b6a147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7c2b458e9a24527" /><Relationship Type="http://schemas.openxmlformats.org/officeDocument/2006/relationships/notesMaster" Target="/ppt/notesMasters/notesMaster1.xml" Id="Rca6c4c1ab4d844e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6effcaec8c84d80" /><Relationship Type="http://schemas.openxmlformats.org/officeDocument/2006/relationships/notesMaster" Target="/ppt/notesMasters/notesMaster1.xml" Id="R168527231cd0448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a887642605c437c" /><Relationship Type="http://schemas.openxmlformats.org/officeDocument/2006/relationships/notesMaster" Target="/ppt/notesMasters/notesMaster1.xml" Id="R877917e4b45c47c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c78b1b75f4f48e4" /><Relationship Type="http://schemas.openxmlformats.org/officeDocument/2006/relationships/notesMaster" Target="/ppt/notesMasters/notesMaster1.xml" Id="Rc627f5e52fc94d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65d9056789f4d14" /><Relationship Type="http://schemas.openxmlformats.org/officeDocument/2006/relationships/notesMaster" Target="/ppt/notesMasters/notesMaster1.xml" Id="R99de443b50344fe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6d98c87595b443c" /><Relationship Type="http://schemas.openxmlformats.org/officeDocument/2006/relationships/notesMaster" Target="/ppt/notesMasters/notesMaster1.xml" Id="R2afd8ad57a9640a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863cf407d7a4b68" /><Relationship Type="http://schemas.openxmlformats.org/officeDocument/2006/relationships/notesMaster" Target="/ppt/notesMasters/notesMaster1.xml" Id="R2ca13363898d496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95e6696f85349ab" /><Relationship Type="http://schemas.openxmlformats.org/officeDocument/2006/relationships/notesMaster" Target="/ppt/notesMasters/notesMaster1.xml" Id="Rb00b63672577416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f249e4f18aa4c9c" /><Relationship Type="http://schemas.openxmlformats.org/officeDocument/2006/relationships/notesMaster" Target="/ppt/notesMasters/notesMaster1.xml" Id="Ra00ba54fe0cc437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221a1283ed04699" /><Relationship Type="http://schemas.openxmlformats.org/officeDocument/2006/relationships/notesMaster" Target="/ppt/notesMasters/notesMaster1.xml" Id="Rf46e00ad4d9044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995b44adb084590" /><Relationship Type="http://schemas.openxmlformats.org/officeDocument/2006/relationships/notesMaster" Target="/ppt/notesMasters/notesMaster1.xml" Id="R9524e8f4e1ef4f4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9c0471474764584" /><Relationship Type="http://schemas.openxmlformats.org/officeDocument/2006/relationships/notesMaster" Target="/ppt/notesMasters/notesMaster1.xml" Id="Rb5cc9af06aae477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8a6ceb5b0664271" /><Relationship Type="http://schemas.openxmlformats.org/officeDocument/2006/relationships/notesMaster" Target="/ppt/notesMasters/notesMaster1.xml" Id="R7e8c9621bafa484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d04ee0f8ad84a5f" /><Relationship Type="http://schemas.openxmlformats.org/officeDocument/2006/relationships/notesMaster" Target="/ppt/notesMasters/notesMaster1.xml" Id="R5f9608863c1d412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242f1991dc04279" /><Relationship Type="http://schemas.openxmlformats.org/officeDocument/2006/relationships/notesMaster" Target="/ppt/notesMasters/notesMaster1.xml" Id="R2a1cc89fa47f4e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  <a:p xmlns:a="http://schemas.openxmlformats.org/drawingml/2006/main">
            <a:r>
              <a:t>Exemplo quantitativo fictício: 24, 16 e 10 apontamentos.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  <a:p xmlns:a="http://schemas.openxmlformats.org/drawingml/2006/main">
            <a:r>
              <a:t>Modelo de contexto. A imagem não indica que o HUB ou a Central executem inteligência artificial.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PIC v3.0. Substitua os campos entre colchetes. Fonte de conceito visual: template interno Petros fornecido pelo usuário. Imagens ilustrativas geradas para este projeto em 19/10/2026. Logo preparado a partir das referências fornecidas.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9e5022e4342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a882a5c9c4e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cc44947314b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f191ac0334d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b7c79731749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f0b9924f6403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2111dc3f5e4a8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eb1aa5bc8545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b49be7a6ab4ff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c5c657081341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df9462b10c4df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4dfc13c5e946c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a9eb750e05473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e84fd2e8c341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CFB20E-F0EC-4417-8778-884865CA2B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B2E1B5-A3A0-402E-A2A9-390E74018F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40A67D-98CA-4C2D-BB65-841B1F724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3A3BA0-C0F9-4C02-B63A-1E85134909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4CB6AB-AFF2-4D75-8498-50191FD9C1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822E3F-6FDF-46B4-8324-ACBAB2706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2E3EC0-232A-4547-BB26-324EDBC794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0DA897-188C-4796-8EB5-9E96DF92CB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64947F-4146-4DAC-99D7-988AE67076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4690CE-B008-458C-B94F-9498E6227A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PIC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A43B7DC-F004-47E7-AC80-CA200F291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6250" y="666750"/>
            <a:ext cx="8096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[Título do slide]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PIC Capa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>
  <p:cSld name="PIC Fotografi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B46048F-7392-47EB-B864-DD4115737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6250" y="666750"/>
            <a:ext cx="8096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[Título do slide]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PIC Divisória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>
  <p:cSld name="PIC Duas colu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C52889-FAED-4B4E-B401-E53DA0543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6250" y="666750"/>
            <a:ext cx="8096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[Título do slide]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PIC Gráfi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636E23F-09A0-4F67-996F-FF4A16D6E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6250" y="666750"/>
            <a:ext cx="8096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[Título do slide]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PIC Tabel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B861B9A-BF4E-4C2A-9E78-FC3F15C54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6250" y="666750"/>
            <a:ext cx="8096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[Título do slide]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PIC Demonst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24A3883-C11D-42DF-94FD-3D3A569A5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6250" y="666750"/>
            <a:ext cx="8096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[Título do slide]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e75420c5034c1e" /><Relationship Type="http://schemas.openxmlformats.org/officeDocument/2006/relationships/slideLayout" Target="/ppt/slideLayouts/slideLayout1.xml" Id="R9de0eff7e9024545" /><Relationship Type="http://schemas.openxmlformats.org/officeDocument/2006/relationships/slideLayout" Target="/ppt/slideLayouts/slideLayout2.xml" Id="R9327517fcb324f5b" /><Relationship Type="http://schemas.openxmlformats.org/officeDocument/2006/relationships/slideLayout" Target="/ppt/slideLayouts/slideLayout3.xml" Id="R52d4185af4114dbb" /><Relationship Type="http://schemas.openxmlformats.org/officeDocument/2006/relationships/slideLayout" Target="/ppt/slideLayouts/slideLayout4.xml" Id="R0a917fde2c724811" /><Relationship Type="http://schemas.openxmlformats.org/officeDocument/2006/relationships/slideLayout" Target="/ppt/slideLayouts/slideLayout5.xml" Id="R61ec1bcf77584056" /><Relationship Type="http://schemas.openxmlformats.org/officeDocument/2006/relationships/slideLayout" Target="/ppt/slideLayouts/slideLayout6.xml" Id="Rf24327bbc48d4a9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5d076009ee34220" /><Relationship Type="http://schemas.openxmlformats.org/officeDocument/2006/relationships/slideLayout" Target="/ppt/slideLayouts/slideLayout7.xml" Id="R2504488604f84f57" /><Relationship Type="http://schemas.openxmlformats.org/officeDocument/2006/relationships/slideLayout" Target="/ppt/slideLayouts/slideLayout8.xml" Id="R7e302013acb04352" /><Relationship Type="http://schemas.openxmlformats.org/officeDocument/2006/relationships/slideLayout" Target="/ppt/slideLayouts/slideLayout9.xml" Id="R2a837dfee7244b7c" /><Relationship Type="http://schemas.openxmlformats.org/officeDocument/2006/relationships/slideLayout" Target="/ppt/slideLayouts/slideLayout10.xml" Id="R425a15b0f4124028" /><Relationship Type="http://schemas.openxmlformats.org/officeDocument/2006/relationships/slideLayout" Target="/ppt/slideLayouts/slideLayout11.xml" Id="Rbd2a6b5a38ae4768" /><Relationship Type="http://schemas.openxmlformats.org/officeDocument/2006/relationships/slideLayout" Target="/ppt/slideLayouts/slideLayout12.xml" Id="R3d20cf1b856d476f" /><Relationship Type="http://schemas.openxmlformats.org/officeDocument/2006/relationships/slideLayout" Target="/ppt/slideLayouts/slideLayout13.xml" Id="Rd91f852f5727461a" /><Relationship Type="http://schemas.openxmlformats.org/officeDocument/2006/relationships/slideLayout" Target="/ppt/slideLayouts/slideLayout14.xml" Id="Rf6dcf1596fbb47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e0eff7e9024545"/>
    <p:sldLayoutId xmlns:r="http://schemas.openxmlformats.org/officeDocument/2006/relationships" id="2147483650" r:id="R9327517fcb324f5b"/>
    <p:sldLayoutId xmlns:r="http://schemas.openxmlformats.org/officeDocument/2006/relationships" id="2147483651" r:id="R52d4185af4114dbb"/>
    <p:sldLayoutId xmlns:r="http://schemas.openxmlformats.org/officeDocument/2006/relationships" id="2147483652" r:id="R0a917fde2c724811"/>
    <p:sldLayoutId xmlns:r="http://schemas.openxmlformats.org/officeDocument/2006/relationships" id="2147483653" r:id="R61ec1bcf77584056"/>
    <p:sldLayoutId xmlns:r="http://schemas.openxmlformats.org/officeDocument/2006/relationships" id="2147483654" r:id="Rf24327bbc48d4a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IC Bas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2504488604f84f57"/>
    <p:sldLayoutId xmlns:r="http://schemas.openxmlformats.org/officeDocument/2006/relationships" id="2147483657" r:id="R7e302013acb04352"/>
    <p:sldLayoutId xmlns:r="http://schemas.openxmlformats.org/officeDocument/2006/relationships" id="2147483658" r:id="R2a837dfee7244b7c"/>
    <p:sldLayoutId xmlns:r="http://schemas.openxmlformats.org/officeDocument/2006/relationships" id="2147483659" r:id="R425a15b0f4124028"/>
    <p:sldLayoutId xmlns:r="http://schemas.openxmlformats.org/officeDocument/2006/relationships" id="2147483660" r:id="Rbd2a6b5a38ae4768"/>
    <p:sldLayoutId xmlns:r="http://schemas.openxmlformats.org/officeDocument/2006/relationships" id="2147483661" r:id="R3d20cf1b856d476f"/>
    <p:sldLayoutId xmlns:r="http://schemas.openxmlformats.org/officeDocument/2006/relationships" id="2147483662" r:id="Rd91f852f5727461a"/>
    <p:sldLayoutId xmlns:r="http://schemas.openxmlformats.org/officeDocument/2006/relationships" id="2147483663" r:id="Rf6dcf1596fbb476d"/>
  </p:sldLayoutIdLst>
</p:sldMaster>
</file>

<file path=ppt/slideMasters/theme/theme2.xml><?xml version="1.0" encoding="utf-8"?>
<a:theme xmlns:a="http://schemas.openxmlformats.org/drawingml/2006/main" name="ChatGPT">
  <a:themeElements>
    <a:clrScheme name="PIC Cyprus e Sand">
      <a:dk1>
        <a:srgbClr val="101617"/>
      </a:dk1>
      <a:lt1>
        <a:srgbClr val="FFFFFF"/>
      </a:lt1>
      <a:dk2>
        <a:srgbClr val="004741"/>
      </a:dk2>
      <a:lt2>
        <a:srgbClr val="F0EDE4"/>
      </a:lt2>
      <a:accent1>
        <a:srgbClr val="004741"/>
      </a:accent1>
      <a:accent2>
        <a:srgbClr val="00796E"/>
      </a:accent2>
      <a:accent3>
        <a:srgbClr val="5BAFA4"/>
      </a:accent3>
      <a:accent4>
        <a:srgbClr val="DCD6C7"/>
      </a:accent4>
      <a:accent5>
        <a:srgbClr val="E7E2D4"/>
      </a:accent5>
      <a:accent6>
        <a:srgbClr val="616B68"/>
      </a:accent6>
      <a:hlink>
        <a:srgbClr val="00796E"/>
      </a:hlink>
      <a:folHlink>
        <a:srgbClr val="004741"/>
      </a:folHlink>
    </a:clrScheme>
    <a:fontScheme name="">
      <a:majorFont>
        <a:latin typeface="Inter Variable"/>
        <a:ea typeface=""/>
        <a:cs typeface=""/>
      </a:majorFont>
      <a:minorFont>
        <a:latin typeface="Inter Variable"/>
        <a:ea typeface=""/>
        <a:cs typeface=""/>
      </a:minorFont>
    </a:fontScheme>
    <a:fmtScheme name="PIC Cyprus e San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IC Cyprus e Sand">
      <a:dk1>
        <a:srgbClr val="101617"/>
      </a:dk1>
      <a:lt1>
        <a:srgbClr val="FFFFFF"/>
      </a:lt1>
      <a:dk2>
        <a:srgbClr val="004741"/>
      </a:dk2>
      <a:lt2>
        <a:srgbClr val="F0EDE4"/>
      </a:lt2>
      <a:accent1>
        <a:srgbClr val="004741"/>
      </a:accent1>
      <a:accent2>
        <a:srgbClr val="00796E"/>
      </a:accent2>
      <a:accent3>
        <a:srgbClr val="5BAFA4"/>
      </a:accent3>
      <a:accent4>
        <a:srgbClr val="DCD6C7"/>
      </a:accent4>
      <a:accent5>
        <a:srgbClr val="E7E2D4"/>
      </a:accent5>
      <a:accent6>
        <a:srgbClr val="616B68"/>
      </a:accent6>
      <a:hlink>
        <a:srgbClr val="00796E"/>
      </a:hlink>
      <a:folHlink>
        <a:srgbClr val="004741"/>
      </a:folHlink>
    </a:clrScheme>
    <a:fontScheme name="">
      <a:majorFont>
        <a:latin typeface="Inter Variable"/>
        <a:ea typeface=""/>
        <a:cs typeface=""/>
      </a:majorFont>
      <a:minorFont>
        <a:latin typeface="Inter Variable"/>
        <a:ea typeface=""/>
        <a:cs typeface=""/>
      </a:minorFont>
    </a:fontScheme>
    <a:fmtScheme name="PIC Cyprus e San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060076b5fe24521" /><Relationship Type="http://schemas.openxmlformats.org/officeDocument/2006/relationships/image" Target="/ppt/media/image.png" Id="R8ed8d3bcd5f04351" /><Relationship Type="http://schemas.openxmlformats.org/officeDocument/2006/relationships/image" Target="/ppt/media/image2.png" Id="R3f468e2dd91c4589" /><Relationship Type="http://schemas.openxmlformats.org/officeDocument/2006/relationships/image" Target="/ppt/media/image.svg" Id="R99ab8efb500142fa" /><Relationship Type="http://schemas.openxmlformats.org/officeDocument/2006/relationships/notesSlide" Target="/ppt/notesSlides/notesSlide1.xml" Id="Rc42d9066ee0e41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e1b277323f5432f" /><Relationship Type="http://schemas.openxmlformats.org/officeDocument/2006/relationships/image" Target="/ppt/media/image3.png" Id="R2aea08da112b478c" /><Relationship Type="http://schemas.openxmlformats.org/officeDocument/2006/relationships/image" Target="/ppt/media/image4.png" Id="Re985be254525499f" /><Relationship Type="http://schemas.openxmlformats.org/officeDocument/2006/relationships/image" Target="/ppt/media/image2.svg" Id="R0f861ee57ce04e67" /><Relationship Type="http://schemas.openxmlformats.org/officeDocument/2006/relationships/notesSlide" Target="/ppt/notesSlides/notesSlide2.xml" Id="R7836fdc865e6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bf6e3dca774f20" /><Relationship Type="http://schemas.openxmlformats.org/officeDocument/2006/relationships/image" Target="/ppt/media/image5.png" Id="R8947a4a51a7b4bb9" /><Relationship Type="http://schemas.openxmlformats.org/officeDocument/2006/relationships/image" Target="/ppt/media/image3.svg" Id="R3cfae087fcba452f" /><Relationship Type="http://schemas.openxmlformats.org/officeDocument/2006/relationships/notesSlide" Target="/ppt/notesSlides/notesSlide3.xml" Id="Ra8dd2a972c5247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bfc49d2291545eb" /><Relationship Type="http://schemas.openxmlformats.org/officeDocument/2006/relationships/image" Target="/ppt/media/image6.png" Id="R5cca560342f941f1" /><Relationship Type="http://schemas.openxmlformats.org/officeDocument/2006/relationships/image" Target="/ppt/media/image4.svg" Id="Raddf00b5e03e4e53" /><Relationship Type="http://schemas.openxmlformats.org/officeDocument/2006/relationships/notesSlide" Target="/ppt/notesSlides/notesSlide4.xml" Id="Rc57e8bc3bdf04f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15117a2d5234d4b" /><Relationship Type="http://schemas.openxmlformats.org/officeDocument/2006/relationships/image" Target="/ppt/media/image7.png" Id="R32faf4bfb03a460f" /><Relationship Type="http://schemas.openxmlformats.org/officeDocument/2006/relationships/image" Target="/ppt/media/image5.svg" Id="Rce5f9713d21e413e" /><Relationship Type="http://schemas.openxmlformats.org/officeDocument/2006/relationships/notesSlide" Target="/ppt/notesSlides/notesSlide5.xml" Id="R2854025f9c5f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96894557f434db3" /><Relationship Type="http://schemas.openxmlformats.org/officeDocument/2006/relationships/image" Target="/ppt/media/image8.png" Id="R6329328147a44057" /><Relationship Type="http://schemas.openxmlformats.org/officeDocument/2006/relationships/image" Target="/ppt/media/image6.svg" Id="R61126df9613e4122" /><Relationship Type="http://schemas.openxmlformats.org/officeDocument/2006/relationships/image" Target="/ppt/media/image9.png" Id="R924309f01ac94868" /><Relationship Type="http://schemas.openxmlformats.org/officeDocument/2006/relationships/notesSlide" Target="/ppt/notesSlides/notesSlide6.xml" Id="Rbe756e5d8f0c46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33505f51a794456" /><Relationship Type="http://schemas.openxmlformats.org/officeDocument/2006/relationships/image" Target="/ppt/media/image10.png" Id="R04e8997e93f443e3" /><Relationship Type="http://schemas.openxmlformats.org/officeDocument/2006/relationships/image" Target="/ppt/media/image7.svg" Id="Rbc2db417331b4e87" /><Relationship Type="http://schemas.openxmlformats.org/officeDocument/2006/relationships/notesSlide" Target="/ppt/notesSlides/notesSlide7.xml" Id="R70ca6c263ad042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4860b736c44aac" /><Relationship Type="http://schemas.openxmlformats.org/officeDocument/2006/relationships/image" Target="/ppt/media/image11.png" Id="R8f7add75899c4dd6" /><Relationship Type="http://schemas.openxmlformats.org/officeDocument/2006/relationships/image" Target="/ppt/media/image8.svg" Id="R9dbd2107b9044db6" /><Relationship Type="http://schemas.openxmlformats.org/officeDocument/2006/relationships/notesSlide" Target="/ppt/notesSlides/notesSlide8.xml" Id="R33098123b1754d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86c0a07a7b34b38" /><Relationship Type="http://schemas.openxmlformats.org/officeDocument/2006/relationships/image" Target="/ppt/media/image12.png" Id="R08af2812ff9c476f" /><Relationship Type="http://schemas.openxmlformats.org/officeDocument/2006/relationships/image" Target="/ppt/media/image9.svg" Id="R711f3911dfb94ba8" /><Relationship Type="http://schemas.openxmlformats.org/officeDocument/2006/relationships/chart" Target="/ppt/slides/charts/chart1.xml" Id="R78972d8627624249" /><Relationship Type="http://schemas.openxmlformats.org/officeDocument/2006/relationships/notesSlide" Target="/ppt/notesSlides/notesSlide9.xml" Id="Rd78970b8a28740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497da1230d942a8" /><Relationship Type="http://schemas.openxmlformats.org/officeDocument/2006/relationships/image" Target="/ppt/media/image13.png" Id="Rf44bccf942eb4128" /><Relationship Type="http://schemas.openxmlformats.org/officeDocument/2006/relationships/image" Target="/ppt/media/image10.svg" Id="R50b33dd9bcf041d9" /><Relationship Type="http://schemas.openxmlformats.org/officeDocument/2006/relationships/chart" Target="/ppt/slides/charts/chart2.xml" Id="R981c6a36ac7546e3" /><Relationship Type="http://schemas.openxmlformats.org/officeDocument/2006/relationships/notesSlide" Target="/ppt/notesSlides/notesSlide10.xml" Id="R1d66462224fa4c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16fb96920f84a2e" /><Relationship Type="http://schemas.openxmlformats.org/officeDocument/2006/relationships/image" Target="/ppt/media/image14.png" Id="R2d79a11fb8a244e5" /><Relationship Type="http://schemas.openxmlformats.org/officeDocument/2006/relationships/image" Target="/ppt/media/image11.svg" Id="R957d385957244ffe" /><Relationship Type="http://schemas.openxmlformats.org/officeDocument/2006/relationships/notesSlide" Target="/ppt/notesSlides/notesSlide11.xml" Id="R0ecce61a5dd148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306d4e08294359" /><Relationship Type="http://schemas.openxmlformats.org/officeDocument/2006/relationships/image" Target="/ppt/media/image15.png" Id="Rb501d231d6ef4e88" /><Relationship Type="http://schemas.openxmlformats.org/officeDocument/2006/relationships/image" Target="/ppt/media/image12.svg" Id="Rc850508115be412e" /><Relationship Type="http://schemas.openxmlformats.org/officeDocument/2006/relationships/notesSlide" Target="/ppt/notesSlides/notesSlide12.xml" Id="R0dc58facfc9b40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faba48de8d747a7" /><Relationship Type="http://schemas.openxmlformats.org/officeDocument/2006/relationships/image" Target="/ppt/media/image16.png" Id="R7ced28c1387c47f3" /><Relationship Type="http://schemas.openxmlformats.org/officeDocument/2006/relationships/image" Target="/ppt/media/image13.svg" Id="Rc62735776f1b4a00" /><Relationship Type="http://schemas.openxmlformats.org/officeDocument/2006/relationships/notesSlide" Target="/ppt/notesSlides/notesSlide13.xml" Id="Rd632057f07364b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3d75cbc11a1461f" /><Relationship Type="http://schemas.openxmlformats.org/officeDocument/2006/relationships/image" Target="/ppt/media/image17.png" Id="R89798b16eabd4911" /><Relationship Type="http://schemas.openxmlformats.org/officeDocument/2006/relationships/image" Target="/ppt/media/image14.svg" Id="R67f5a1749a6a4958" /><Relationship Type="http://schemas.openxmlformats.org/officeDocument/2006/relationships/image" Target="/ppt/media/image18.png" Id="R39c504153db44804" /><Relationship Type="http://schemas.openxmlformats.org/officeDocument/2006/relationships/notesSlide" Target="/ppt/notesSlides/notesSlide14.xml" Id="R2f472b331ff044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9ceaae2343f4d14" /><Relationship Type="http://schemas.openxmlformats.org/officeDocument/2006/relationships/image" Target="/ppt/media/image19.png" Id="R3187c7481e6f4422" /><Relationship Type="http://schemas.openxmlformats.org/officeDocument/2006/relationships/image" Target="/ppt/media/image15.svg" Id="Read41c4a93f642c3" /><Relationship Type="http://schemas.openxmlformats.org/officeDocument/2006/relationships/image" Target="/ppt/media/image20.png" Id="R2506ebd55f9d4df4" /><Relationship Type="http://schemas.openxmlformats.org/officeDocument/2006/relationships/notesSlide" Target="/ppt/notesSlides/notesSlide15.xml" Id="R9771b4eaa55744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1b6bbd2cb43445e" /><Relationship Type="http://schemas.openxmlformats.org/officeDocument/2006/relationships/image" Target="/ppt/media/image21.png" Id="Rf8db8fe348d34582" /><Relationship Type="http://schemas.openxmlformats.org/officeDocument/2006/relationships/image" Target="/ppt/media/image16.svg" Id="R0ac48239de3b4db9" /><Relationship Type="http://schemas.openxmlformats.org/officeDocument/2006/relationships/notesSlide" Target="/ppt/notesSlides/notesSlide16.xml" Id="R33699ce3ca314d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1a5625e2b942c2" /><Relationship Type="http://schemas.openxmlformats.org/officeDocument/2006/relationships/image" Target="/ppt/media/image22.png" Id="R1940d6f53e50482f" /><Relationship Type="http://schemas.openxmlformats.org/officeDocument/2006/relationships/image" Target="/ppt/media/image17.svg" Id="Rd4f21a21460c4bce" /><Relationship Type="http://schemas.openxmlformats.org/officeDocument/2006/relationships/notesSlide" Target="/ppt/notesSlides/notesSlide17.xml" Id="Rb1f01d0e53d94d2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fdab32e3f39442f" /><Relationship Type="http://schemas.openxmlformats.org/officeDocument/2006/relationships/image" Target="/ppt/media/image23.png" Id="R8637685447084d78" /><Relationship Type="http://schemas.openxmlformats.org/officeDocument/2006/relationships/image" Target="/ppt/media/image24.png" Id="Race12e4fd94f4340" /><Relationship Type="http://schemas.openxmlformats.org/officeDocument/2006/relationships/image" Target="/ppt/media/image18.svg" Id="R653ddc446994467a" /><Relationship Type="http://schemas.openxmlformats.org/officeDocument/2006/relationships/notesSlide" Target="/ppt/notesSlides/notesSlide18.xml" Id="R0d3cba3defe14a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054bbf5776949bf" /><Relationship Type="http://schemas.openxmlformats.org/officeDocument/2006/relationships/image" Target="/ppt/media/image25.png" Id="Rc0d9bce98b584362" /><Relationship Type="http://schemas.openxmlformats.org/officeDocument/2006/relationships/image" Target="/ppt/media/image19.svg" Id="R8378530a84084789" /><Relationship Type="http://schemas.openxmlformats.org/officeDocument/2006/relationships/notesSlide" Target="/ppt/notesSlides/notesSlide19.xml" Id="R5f4d9af710d04c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60d72845f7145e7" /><Relationship Type="http://schemas.openxmlformats.org/officeDocument/2006/relationships/image" Target="/ppt/media/image26.png" Id="R00535bf62cda4ee4" /><Relationship Type="http://schemas.openxmlformats.org/officeDocument/2006/relationships/image" Target="/ppt/media/image20.svg" Id="Rf7e073efb2f04173" /><Relationship Type="http://schemas.openxmlformats.org/officeDocument/2006/relationships/notesSlide" Target="/ppt/notesSlides/notesSlide20.xml" Id="Rc9c58d8d1d96475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ec90b3733024eb5" /><Relationship Type="http://schemas.openxmlformats.org/officeDocument/2006/relationships/image" Target="/ppt/media/image27.png" Id="Rb7b6db3ba2224d8a" /><Relationship Type="http://schemas.openxmlformats.org/officeDocument/2006/relationships/image" Target="/ppt/media/image21.svg" Id="R141d4de363fe4a79" /><Relationship Type="http://schemas.openxmlformats.org/officeDocument/2006/relationships/notesSlide" Target="/ppt/notesSlides/notesSlide21.xml" Id="R41879a9784f241d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f1b13fe26e54801" /><Relationship Type="http://schemas.openxmlformats.org/officeDocument/2006/relationships/image" Target="/ppt/media/image28.png" Id="Ra92cd9668b7d48ec" /><Relationship Type="http://schemas.openxmlformats.org/officeDocument/2006/relationships/image" Target="/ppt/media/image22.svg" Id="R04509e4aa5824eec" /><Relationship Type="http://schemas.openxmlformats.org/officeDocument/2006/relationships/notesSlide" Target="/ppt/notesSlides/notesSlide22.xml" Id="R2d313847621c4b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e45ba84bb364285" /><Relationship Type="http://schemas.openxmlformats.org/officeDocument/2006/relationships/image" Target="/ppt/media/image29.png" Id="R255c3a5e120543f9" /><Relationship Type="http://schemas.openxmlformats.org/officeDocument/2006/relationships/image" Target="/ppt/media/image23.svg" Id="Ra57009b603364e80" /><Relationship Type="http://schemas.openxmlformats.org/officeDocument/2006/relationships/image" Target="/ppt/media/image30.png" Id="Rc4ec3d78ce7643db" /><Relationship Type="http://schemas.openxmlformats.org/officeDocument/2006/relationships/notesSlide" Target="/ppt/notesSlides/notesSlide23.xml" Id="Rf702262afe8546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dc2e1473c414c9c" /><Relationship Type="http://schemas.openxmlformats.org/officeDocument/2006/relationships/image" Target="/ppt/media/image31.png" Id="Rcf3b52dd717b42af" /><Relationship Type="http://schemas.openxmlformats.org/officeDocument/2006/relationships/image" Target="/ppt/media/image24.svg" Id="R9c2680eed80c4b98" /><Relationship Type="http://schemas.openxmlformats.org/officeDocument/2006/relationships/image" Target="/ppt/media/image32.png" Id="R5db1b8bf74524a03" /><Relationship Type="http://schemas.openxmlformats.org/officeDocument/2006/relationships/notesSlide" Target="/ppt/notesSlides/notesSlide24.xml" Id="R24b0fb775b1c4a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c85e41803844615" /><Relationship Type="http://schemas.openxmlformats.org/officeDocument/2006/relationships/image" Target="/ppt/media/image33.png" Id="R214390db44294a70" /><Relationship Type="http://schemas.openxmlformats.org/officeDocument/2006/relationships/image" Target="/ppt/media/image34.png" Id="R68fd59e6bd0e4405" /><Relationship Type="http://schemas.openxmlformats.org/officeDocument/2006/relationships/image" Target="/ppt/media/image25.svg" Id="R14dbc5152b104822" /><Relationship Type="http://schemas.openxmlformats.org/officeDocument/2006/relationships/notesSlide" Target="/ppt/notesSlides/notesSlide25.xml" Id="Rf014b1e80ad94ad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a1d5aa76a2b4fbb" /><Relationship Type="http://schemas.openxmlformats.org/officeDocument/2006/relationships/image" Target="/ppt/media/image35.png" Id="R48790c1313764538" /><Relationship Type="http://schemas.openxmlformats.org/officeDocument/2006/relationships/image" Target="/ppt/media/image26.svg" Id="R157af905bbcd4648" /><Relationship Type="http://schemas.openxmlformats.org/officeDocument/2006/relationships/image" Target="/ppt/media/image36.png" Id="Re43313e116834167" /><Relationship Type="http://schemas.openxmlformats.org/officeDocument/2006/relationships/notesSlide" Target="/ppt/notesSlides/notesSlide26.xml" Id="R9b51927c72ff484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d5079bbf3c94041" /><Relationship Type="http://schemas.openxmlformats.org/officeDocument/2006/relationships/image" Target="/ppt/media/image37.png" Id="Rfdba6075ddcf4d03" /><Relationship Type="http://schemas.openxmlformats.org/officeDocument/2006/relationships/image" Target="/ppt/media/image38.png" Id="Rd24104f6a459428b" /><Relationship Type="http://schemas.openxmlformats.org/officeDocument/2006/relationships/image" Target="/ppt/media/image27.svg" Id="R42e8eedd45eb4ec6" /><Relationship Type="http://schemas.openxmlformats.org/officeDocument/2006/relationships/notesSlide" Target="/ppt/notesSlides/notesSlide27.xml" Id="Rfb25757a1c5a429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f463244aead47b3" /><Relationship Type="http://schemas.openxmlformats.org/officeDocument/2006/relationships/image" Target="/ppt/media/image39.png" Id="R181b369132ab499e" /><Relationship Type="http://schemas.openxmlformats.org/officeDocument/2006/relationships/image" Target="/ppt/media/image28.svg" Id="R2cb591988b3248cf" /><Relationship Type="http://schemas.openxmlformats.org/officeDocument/2006/relationships/image" Target="/ppt/media/image40.png" Id="R24a4c76979724799" /><Relationship Type="http://schemas.openxmlformats.org/officeDocument/2006/relationships/notesSlide" Target="/ppt/notesSlides/notesSlide28.xml" Id="R54386a753783442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9f9182ed42e41ec" /><Relationship Type="http://schemas.openxmlformats.org/officeDocument/2006/relationships/image" Target="/ppt/media/image41.png" Id="R9d7b34d2520941e0" /><Relationship Type="http://schemas.openxmlformats.org/officeDocument/2006/relationships/image" Target="/ppt/media/image42.png" Id="R5e0b52a3d5b9497f" /><Relationship Type="http://schemas.openxmlformats.org/officeDocument/2006/relationships/image" Target="/ppt/media/image29.svg" Id="Rea411834fe9a41df" /><Relationship Type="http://schemas.openxmlformats.org/officeDocument/2006/relationships/notesSlide" Target="/ppt/notesSlides/notesSlide29.xml" Id="R73808b6da3d0492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4f0bbc0ee71474e" /><Relationship Type="http://schemas.openxmlformats.org/officeDocument/2006/relationships/image" Target="/ppt/media/image43.png" Id="Rb166c81e8a3b4570" /><Relationship Type="http://schemas.openxmlformats.org/officeDocument/2006/relationships/image" Target="/ppt/media/image44.png" Id="Rf7a406b7edb34ed3" /><Relationship Type="http://schemas.openxmlformats.org/officeDocument/2006/relationships/image" Target="/ppt/media/image30.svg" Id="R81176fc1b3f645ab" /><Relationship Type="http://schemas.openxmlformats.org/officeDocument/2006/relationships/notesSlide" Target="/ppt/notesSlides/notesSlide30.xml" Id="Rbde4dac5eade4f3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bef996023dd4693" /><Relationship Type="http://schemas.openxmlformats.org/officeDocument/2006/relationships/image" Target="/ppt/media/image45.png" Id="Rb3bfe1dcd7694667" /><Relationship Type="http://schemas.openxmlformats.org/officeDocument/2006/relationships/image" Target="/ppt/media/image31.svg" Id="R9dbe5ef747ea4f76" /><Relationship Type="http://schemas.openxmlformats.org/officeDocument/2006/relationships/notesSlide" Target="/ppt/notesSlides/notesSlide31.xml" Id="R6bd14bfbc0c74ae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ef931ec444549ac" /><Relationship Type="http://schemas.openxmlformats.org/officeDocument/2006/relationships/image" Target="/ppt/media/image46.png" Id="R345802b27f3d4cf2" /><Relationship Type="http://schemas.openxmlformats.org/officeDocument/2006/relationships/image" Target="/ppt/media/image32.svg" Id="Rf583c346c8054ccc" /><Relationship Type="http://schemas.openxmlformats.org/officeDocument/2006/relationships/notesSlide" Target="/ppt/notesSlides/notesSlide32.xml" Id="Ra93979b8fd19466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0c8aea1fd0f4404" /><Relationship Type="http://schemas.openxmlformats.org/officeDocument/2006/relationships/image" Target="/ppt/media/image47.png" Id="R2ab5713ea53842b6" /><Relationship Type="http://schemas.openxmlformats.org/officeDocument/2006/relationships/image" Target="/ppt/media/image33.svg" Id="R345a687a422441ff" /><Relationship Type="http://schemas.openxmlformats.org/officeDocument/2006/relationships/notesSlide" Target="/ppt/notesSlides/notesSlide33.xml" Id="R5dfc0a0d31844c4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a6a9f1833144ff" /><Relationship Type="http://schemas.openxmlformats.org/officeDocument/2006/relationships/image" Target="/ppt/media/image48.png" Id="Rc550d509a29d4b14" /><Relationship Type="http://schemas.openxmlformats.org/officeDocument/2006/relationships/image" Target="/ppt/media/image34.svg" Id="Rfe29ab4782a0488c" /><Relationship Type="http://schemas.openxmlformats.org/officeDocument/2006/relationships/notesSlide" Target="/ppt/notesSlides/notesSlide34.xml" Id="R98258f9426a243d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92c35f3239f4094" /><Relationship Type="http://schemas.openxmlformats.org/officeDocument/2006/relationships/image" Target="/ppt/media/image49.png" Id="R00b8f85469b94b5c" /><Relationship Type="http://schemas.openxmlformats.org/officeDocument/2006/relationships/image" Target="/ppt/media/image35.svg" Id="R0825a2054ef04e3d" /><Relationship Type="http://schemas.openxmlformats.org/officeDocument/2006/relationships/notesSlide" Target="/ppt/notesSlides/notesSlide35.xml" Id="R36c796b20a514e7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9bc659c6f524af0" /><Relationship Type="http://schemas.openxmlformats.org/officeDocument/2006/relationships/image" Target="/ppt/media/image50.png" Id="Rb40d9e7390094a0c" /><Relationship Type="http://schemas.openxmlformats.org/officeDocument/2006/relationships/image" Target="/ppt/media/image36.svg" Id="Rfc1795a1a9264cbe" /><Relationship Type="http://schemas.openxmlformats.org/officeDocument/2006/relationships/notesSlide" Target="/ppt/notesSlides/notesSlide36.xml" Id="R43c4d8b83ad94e1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48138166ab94d59" /><Relationship Type="http://schemas.openxmlformats.org/officeDocument/2006/relationships/image" Target="/ppt/media/image51.png" Id="R99361d8163d4450f" /><Relationship Type="http://schemas.openxmlformats.org/officeDocument/2006/relationships/image" Target="/ppt/media/image37.svg" Id="R513182b88c0148f6" /><Relationship Type="http://schemas.openxmlformats.org/officeDocument/2006/relationships/notesSlide" Target="/ppt/notesSlides/notesSlide37.xml" Id="R31665592647449a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6aef3511924b72" /><Relationship Type="http://schemas.openxmlformats.org/officeDocument/2006/relationships/image" Target="/ppt/media/image52.png" Id="R35739c685c8e4456" /><Relationship Type="http://schemas.openxmlformats.org/officeDocument/2006/relationships/image" Target="/ppt/media/image38.svg" Id="Rb475cf0a5168411d" /><Relationship Type="http://schemas.openxmlformats.org/officeDocument/2006/relationships/notesSlide" Target="/ppt/notesSlides/notesSlide38.xml" Id="R8acc5eb8dd2f44c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e74a5765e2a41de" /><Relationship Type="http://schemas.openxmlformats.org/officeDocument/2006/relationships/image" Target="/ppt/media/image53.png" Id="Rd6bb0fafd07e4763" /><Relationship Type="http://schemas.openxmlformats.org/officeDocument/2006/relationships/image" Target="/ppt/media/image39.svg" Id="Reba342c433504526" /><Relationship Type="http://schemas.openxmlformats.org/officeDocument/2006/relationships/notesSlide" Target="/ppt/notesSlides/notesSlide39.xml" Id="Ra95f52f6abd4422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e46dfea68f94bad" /><Relationship Type="http://schemas.openxmlformats.org/officeDocument/2006/relationships/image" Target="/ppt/media/image54.png" Id="Rb47515c332284e49" /><Relationship Type="http://schemas.openxmlformats.org/officeDocument/2006/relationships/image" Target="/ppt/media/image55.png" Id="R2000e177b7d84720" /><Relationship Type="http://schemas.openxmlformats.org/officeDocument/2006/relationships/image" Target="/ppt/media/image40.svg" Id="R76cd33549efd45e5" /><Relationship Type="http://schemas.openxmlformats.org/officeDocument/2006/relationships/notesSlide" Target="/ppt/notesSlides/notesSlide40.xml" Id="Rcf68507ca1884aa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Inter Variable"/>
                <a:ea typeface="Inter Variable"/>
                <a:cs typeface="Inter Variable"/>
              </a:rPr>
              <a:t>Exemplo de distribuição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Inter Variable"/>
              <a:ea typeface="Inter Variable"/>
              <a:cs typeface="Inter Variable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Apontamentos</c:v>
          </c:tx>
          <c:spPr>
            <a:solidFill xmlns:a="http://schemas.openxmlformats.org/drawingml/2006/main">
              <a:srgbClr val="004741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Categoria A</c:v>
                </c:pt>
                <c:pt idx="1">
                  <c:v>Categoria B</c:v>
                </c:pt>
                <c:pt idx="2">
                  <c:v>Categoria 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16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 Variable"/>
                  <a:ea typeface="Inter Variable"/>
                  <a:cs typeface="Inter Variabl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 Variable"/>
                    <a:ea typeface="Inter Variable"/>
                    <a:cs typeface="Inter Variable"/>
                  </a:rPr>
                  <a:t>Categoria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 Variable"/>
                  <a:ea typeface="Inter Variable"/>
                  <a:cs typeface="Inter Variabl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 Variable"/>
                <a:ea typeface="Inter Variable"/>
                <a:cs typeface="Inter Variabl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 Variable"/>
                    <a:ea typeface="Inter Variable"/>
                    <a:cs typeface="Inter Variable"/>
                  </a:rPr>
                  <a:t>Quantidade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 Variable"/>
                  <a:ea typeface="Inter Variable"/>
                  <a:cs typeface="Inter Variabl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 Variable"/>
                <a:ea typeface="Inter Variable"/>
                <a:cs typeface="Inter Variabl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Inter Variable"/>
                <a:ea typeface="Inter Variable"/>
                <a:cs typeface="Inter Variable"/>
              </a:rPr>
              <a:t>Exemplo de acompanhamento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Inter Variable"/>
              <a:ea typeface="Inter Variable"/>
              <a:cs typeface="Inter Variabl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Índice ilustrativo</c:v>
          </c:tx>
          <c:spPr>
            <a:solidFill xmlns:a="http://schemas.openxmlformats.org/drawingml/2006/main">
              <a:srgbClr val="004741"/>
            </a:solidFill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Mês 1</c:v>
                </c:pt>
                <c:pt idx="1">
                  <c:v>Mês 2</c:v>
                </c:pt>
                <c:pt idx="2">
                  <c:v>Mês 3</c:v>
                </c:pt>
                <c:pt idx="3">
                  <c:v>Mês 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70</c:v>
                </c:pt>
                <c:pt idx="1">
                  <c:v>76</c:v>
                </c:pt>
                <c:pt idx="2">
                  <c:v>79</c:v>
                </c:pt>
                <c:pt idx="3">
                  <c:v>84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 Variable"/>
                  <a:ea typeface="Inter Variable"/>
                  <a:cs typeface="Inter Variable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 Variable"/>
                    <a:ea typeface="Inter Variable"/>
                    <a:cs typeface="Inter Variable"/>
                  </a:rPr>
                  <a:t>Período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 Variable"/>
                  <a:ea typeface="Inter Variable"/>
                  <a:cs typeface="Inter Variabl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 Variable"/>
                <a:ea typeface="Inter Variable"/>
                <a:cs typeface="Inter Variable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 Variable"/>
                    <a:ea typeface="Inter Variable"/>
                    <a:cs typeface="Inter Variable"/>
                  </a:rPr>
                  <a:t>Índice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 Variable"/>
                  <a:ea typeface="Inter Variable"/>
                  <a:cs typeface="Inter Variabl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ter Variable"/>
                <a:ea typeface="Inter Variable"/>
                <a:cs typeface="Inter Variabl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43398-B835-49C7-8E5A-A6F5C15B05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8d3bcd5f0435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1D175-EE8D-4109-8251-170C86AF0F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68e2dd91c4589">
            <a:extLst>
              <a:ext uri="{96DAC541-7B7A-43D3-8B79-37D633B846F1}">
                <asvg:svgBlip xmlns:asvg="http://schemas.microsoft.com/office/drawing/2016/SVG/main" r:embed="R99ab8efb500142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361950"/>
            <a:ext cx="3762375" cy="685800"/>
          </a:xfrm>
          <a:prstGeom xmlns:a="http://schemas.openxmlformats.org/drawingml/2006/main" prst="rect">
            <a:avLst/>
          </a:prstGeom>
        </p:spPr>
      </p:pic>
      <p:sp>
        <p:nvSpPr>
          <p:cNvPr id="3" name="[Título da apresentação]">
            <a:extLst xmlns:a="http://schemas.openxmlformats.org/drawingml/2006/main">
              <a:ext uri="{FF2B5EF4-FFF2-40B4-BE49-F238E27FC236}">
                <a16:creationId xmlns:a16="http://schemas.microsoft.com/office/drawing/2014/main" id="{9F065214-949D-4173-A99D-C5ABC974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5953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36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[Título da apresentação]</a:t>
            </a:r>
          </a:p>
        </p:txBody>
      </p:sp>
      <p:sp>
        <p:nvSpPr>
          <p:cNvPr id="4" name="[Subtítulo ou objetivo da apresentação]">
            <a:extLst xmlns:a="http://schemas.openxmlformats.org/drawingml/2006/main">
              <a:ext uri="{FF2B5EF4-FFF2-40B4-BE49-F238E27FC236}">
                <a16:creationId xmlns:a16="http://schemas.microsoft.com/office/drawing/2014/main" id="{8ECA6F22-25EC-42B6-9609-DBABC742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71825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[Subtítulo ou objetivo da apresentação]</a:t>
            </a:r>
          </a:p>
        </p:txBody>
      </p:sp>
      <p:sp>
        <p:nvSpPr>
          <p:cNvPr id="5" name="[Área responsável]&#10;[Mês e ano]">
            <a:extLst xmlns:a="http://schemas.openxmlformats.org/drawingml/2006/main">
              <a:ext uri="{FF2B5EF4-FFF2-40B4-BE49-F238E27FC236}">
                <a16:creationId xmlns:a16="http://schemas.microsoft.com/office/drawing/2014/main" id="{6000BD7E-DAE8-45BE-AA13-87839459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576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[Área responsável]</a:t>
            </a:r>
          </a:p>
          <a:p xmlns:a="http://schemas.openxmlformats.org/drawingml/2006/main">
            <a:pPr>
              <a:def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0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[Mês e ano]</a:t>
            </a:r>
          </a:p>
        </p:txBody>
      </p:sp>
    </p:spTree>
    <p:extLst>
      <p:ext uri="{BB962C8B-B14F-4D97-AF65-F5344CB8AC3E}">
        <p14:creationId xmlns:p14="http://schemas.microsoft.com/office/powerpoint/2010/main" val="4949473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91A4A-EDCC-48AE-8264-16CA684274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a08da112b478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D6EEE-632E-4593-8C11-BD9C72B1E0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5be254525499f">
            <a:extLst>
              <a:ext uri="{96DAC541-7B7A-43D3-8B79-37D633B846F1}">
                <asvg:svgBlip xmlns:asvg="http://schemas.microsoft.com/office/drawing/2016/SVG/main" r:embed="R0f861ee57ce04e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381000"/>
            <a:ext cx="333375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[Título principal]&#10;[Segunda linha]">
            <a:extLst xmlns:a="http://schemas.openxmlformats.org/drawingml/2006/main">
              <a:ext uri="{FF2B5EF4-FFF2-40B4-BE49-F238E27FC236}">
                <a16:creationId xmlns:a16="http://schemas.microsoft.com/office/drawing/2014/main" id="{A3B9322A-4420-4801-B85C-AF91EE5C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561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defPPr>
            <a:lvl1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1pPr>
            <a:lvl2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2pPr>
            <a:lvl3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3pPr>
            <a:lvl4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4pPr>
            <a:lvl5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5pPr>
            <a:lvl6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6pPr>
            <a:lvl7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7pPr>
            <a:lvl8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8pPr>
            <a:lvl9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pPr>
            <a:r>
              <a:rPr sz="3450" b="1">
                <a:solidFill>
                  <a:srgbClr val="F0EDE4"/>
                </a:solidFill>
                <a:latin typeface="Delight"/>
                <a:ea typeface="Delight"/>
                <a:cs typeface="Delight"/>
              </a:rPr>
              <a:t>[Título principal]</a:t>
            </a:r>
          </a:p>
          <a:p xmlns:a="http://schemas.openxmlformats.org/drawingml/2006/main">
            <a:pPr>
              <a:defRPr sz="345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pPr>
            <a:r>
              <a:rPr sz="3450" b="1">
                <a:solidFill>
                  <a:srgbClr val="F0EDE4"/>
                </a:solidFill>
                <a:latin typeface="Delight"/>
                <a:ea typeface="Delight"/>
                <a:cs typeface="Delight"/>
              </a:rPr>
              <a:t>[Segunda linha]</a:t>
            </a:r>
          </a:p>
        </p:txBody>
      </p:sp>
      <p:sp>
        <p:nvSpPr>
          <p:cNvPr id="4" name="[Objetivo da reunião ou demonstração]">
            <a:extLst xmlns:a="http://schemas.openxmlformats.org/drawingml/2006/main">
              <a:ext uri="{FF2B5EF4-FFF2-40B4-BE49-F238E27FC236}">
                <a16:creationId xmlns:a16="http://schemas.microsoft.com/office/drawing/2014/main" id="{4A9C9AFC-8CE5-4545-8D59-754E35A5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[Objetivo da reunião ou demonstração]</a:t>
            </a:r>
          </a:p>
        </p:txBody>
      </p:sp>
      <p:sp>
        <p:nvSpPr>
          <p:cNvPr id="5" name="[Data]   [Responsável]">
            <a:extLst xmlns:a="http://schemas.openxmlformats.org/drawingml/2006/main">
              <a:ext uri="{FF2B5EF4-FFF2-40B4-BE49-F238E27FC236}">
                <a16:creationId xmlns:a16="http://schemas.microsoft.com/office/drawing/2014/main" id="{006B7F09-9275-486D-AEA5-F98A2EE7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9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[Data]   [Responsável]</a:t>
            </a:r>
          </a:p>
        </p:txBody>
      </p:sp>
    </p:spTree>
    <p:extLst>
      <p:ext uri="{BB962C8B-B14F-4D97-AF65-F5344CB8AC3E}">
        <p14:creationId xmlns:p14="http://schemas.microsoft.com/office/powerpoint/2010/main" val="1097672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A43B7DC-F004-47E7-AC80-CA200F291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Agenda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6EABA-C6AB-4997-8A2E-2EC2A13F89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7a4a51a7b4bb9">
            <a:extLst>
              <a:ext uri="{96DAC541-7B7A-43D3-8B79-37D633B846F1}">
                <asvg:svgBlip xmlns:asvg="http://schemas.microsoft.com/office/drawing/2016/SVG/main" r:embed="R3cfae087fcba45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86EB9627-65C0-4EF8-830C-D148A0DD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3D34DD81-5B3C-479A-A7BD-07B96F92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03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12F65EA3-E9B9-4F76-B0D1-EE536844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E9A375B6-D7C7-46EF-9140-94BEE460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796E"/>
                </a:solidFill>
                <a:latin typeface="Delight"/>
                <a:ea typeface="Delight"/>
                <a:cs typeface="Delight"/>
              </a:rPr>
              <a:t>01</a:t>
            </a:r>
          </a:p>
        </p:txBody>
      </p:sp>
      <p:sp>
        <p:nvSpPr>
          <p:cNvPr id="7" name="[Contexto e objetivo]">
            <a:extLst xmlns:a="http://schemas.openxmlformats.org/drawingml/2006/main">
              <a:ext uri="{FF2B5EF4-FFF2-40B4-BE49-F238E27FC236}">
                <a16:creationId xmlns:a16="http://schemas.microsoft.com/office/drawing/2014/main" id="{96FF761E-194C-462A-9952-9B044A11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619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pPr>
            <a:r>
              <a: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rPr>
              <a:t>[Contexto e objetivo]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6084C58C-E9CA-4A29-9A21-C349CE45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796E"/>
                </a:solidFill>
                <a:latin typeface="Delight"/>
                <a:ea typeface="Delight"/>
                <a:cs typeface="Delight"/>
              </a:rPr>
              <a:t>02</a:t>
            </a:r>
          </a:p>
        </p:txBody>
      </p:sp>
      <p:sp>
        <p:nvSpPr>
          <p:cNvPr id="9" name="[Diagnóstico da base]">
            <a:extLst xmlns:a="http://schemas.openxmlformats.org/drawingml/2006/main">
              <a:ext uri="{FF2B5EF4-FFF2-40B4-BE49-F238E27FC236}">
                <a16:creationId xmlns:a16="http://schemas.microsoft.com/office/drawing/2014/main" id="{CE3B7B41-4001-4DCB-B8C1-453F4CD0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2860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pPr>
            <a:r>
              <a: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rPr>
              <a:t>[Diagnóstico da base]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3D53635E-E1AE-4BFE-ACF0-787834EF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796E"/>
                </a:solidFill>
                <a:latin typeface="Delight"/>
                <a:ea typeface="Delight"/>
                <a:cs typeface="Delight"/>
              </a:rPr>
              <a:t>03</a:t>
            </a:r>
          </a:p>
        </p:txBody>
      </p:sp>
      <p:sp>
        <p:nvSpPr>
          <p:cNvPr id="11" name="[Ferramentas e demonstração]">
            <a:extLst xmlns:a="http://schemas.openxmlformats.org/drawingml/2006/main">
              <a:ext uri="{FF2B5EF4-FFF2-40B4-BE49-F238E27FC236}">
                <a16:creationId xmlns:a16="http://schemas.microsoft.com/office/drawing/2014/main" id="{1CE0BBAB-740A-4F6D-A133-63BEF285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527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pPr>
            <a:r>
              <a: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rPr>
              <a:t>[Ferramentas e demonstração]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B61C6748-BFBE-4333-B1C5-28965C03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796E"/>
                </a:solidFill>
                <a:latin typeface="Delight"/>
                <a:ea typeface="Delight"/>
                <a:cs typeface="Delight"/>
              </a:rPr>
              <a:t>04</a:t>
            </a:r>
          </a:p>
        </p:txBody>
      </p:sp>
      <p:sp>
        <p:nvSpPr>
          <p:cNvPr id="13" name="[Encaminhamentos]">
            <a:extLst xmlns:a="http://schemas.openxmlformats.org/drawingml/2006/main">
              <a:ext uri="{FF2B5EF4-FFF2-40B4-BE49-F238E27FC236}">
                <a16:creationId xmlns:a16="http://schemas.microsoft.com/office/drawing/2014/main" id="{EB82FDD3-6168-498F-AFBC-311DA1D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19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defRPr>
            </a:pPr>
            <a:r>
              <a:rPr sz="1800" b="0">
                <a:solidFill>
                  <a:srgbClr val="004741"/>
                </a:solidFill>
                <a:latin typeface="Inter Variable"/>
                <a:ea typeface="Inter Variable"/>
                <a:cs typeface="Inter Variable"/>
              </a:rPr>
              <a:t>[Encaminhamentos]</a:t>
            </a:r>
          </a:p>
        </p:txBody>
      </p:sp>
      <p:sp>
        <p:nvSpPr>
          <p:cNvPr id="14" name="[Ajuste a agenda à pauta da apresentação]">
            <a:extLst xmlns:a="http://schemas.openxmlformats.org/drawingml/2006/main">
              <a:ext uri="{FF2B5EF4-FFF2-40B4-BE49-F238E27FC236}">
                <a16:creationId xmlns:a16="http://schemas.microsoft.com/office/drawing/2014/main" id="{F2C719E8-D5C8-4D54-A334-6820E47A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[Ajuste a agenda à pauta da apresentação]</a:t>
            </a:r>
          </a:p>
        </p:txBody>
      </p:sp>
    </p:spTree>
    <p:extLst>
      <p:ext uri="{BB962C8B-B14F-4D97-AF65-F5344CB8AC3E}">
        <p14:creationId xmlns:p14="http://schemas.microsoft.com/office/powerpoint/2010/main" val="1353280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47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A71A2-9698-40E2-BA89-A9F173693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a560342f941f1">
            <a:extLst>
              <a:ext uri="{96DAC541-7B7A-43D3-8B79-37D633B846F1}">
                <asvg:svgBlip xmlns:asvg="http://schemas.microsoft.com/office/drawing/2016/SVG/main" r:embed="Raddf00b5e03e4e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342900"/>
            <a:ext cx="29527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2A815336-43F7-4698-A087-0857D6A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defPPr>
            <a:lvl1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lvl1pPr>
            <a:lvl2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lvl2pPr>
            <a:lvl3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lvl3pPr>
            <a:lvl4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lvl4pPr>
            <a:lvl5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lvl5pPr>
            <a:lvl6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lvl6pPr>
            <a:lvl7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lvl7pPr>
            <a:lvl8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lvl8pPr>
            <a:lvl9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5325" b="1">
                <a:solidFill>
                  <a:srgbClr val="5BAFA4"/>
                </a:solidFill>
                <a:latin typeface="Delight"/>
                <a:ea typeface="Delight"/>
                <a:cs typeface="Delight"/>
              </a:defRPr>
            </a:pPr>
            <a:r>
              <a:rPr sz="5325" b="1">
                <a:solidFill>
                  <a:srgbClr val="5BAFA4"/>
                </a:solidFill>
                <a:latin typeface="Delight"/>
                <a:ea typeface="Delight"/>
                <a:cs typeface="Delight"/>
              </a:rPr>
              <a:t>01</a:t>
            </a:r>
          </a:p>
        </p:txBody>
      </p:sp>
      <p:sp>
        <p:nvSpPr>
          <p:cNvPr id="3" name="[Nome da seção]">
            <a:extLst xmlns:a="http://schemas.openxmlformats.org/drawingml/2006/main">
              <a:ext uri="{FF2B5EF4-FFF2-40B4-BE49-F238E27FC236}">
                <a16:creationId xmlns:a16="http://schemas.microsoft.com/office/drawing/2014/main" id="{3D208353-4B3A-4B72-B617-98F4A56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defPPr>
            <a:lvl1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1pPr>
            <a:lvl2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2pPr>
            <a:lvl3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3pPr>
            <a:lvl4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4pPr>
            <a:lvl5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5pPr>
            <a:lvl6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6pPr>
            <a:lvl7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7pPr>
            <a:lvl8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8pPr>
            <a:lvl9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0EDE4"/>
                </a:solidFill>
                <a:latin typeface="Delight"/>
                <a:ea typeface="Delight"/>
                <a:cs typeface="Delight"/>
              </a:defRPr>
            </a:pPr>
            <a:r>
              <a:rPr sz="3600" b="1">
                <a:solidFill>
                  <a:srgbClr val="F0EDE4"/>
                </a:solidFill>
                <a:latin typeface="Delight"/>
                <a:ea typeface="Delight"/>
                <a:cs typeface="Delight"/>
              </a:rPr>
              <a:t>[Nome da seção]</a:t>
            </a:r>
          </a:p>
        </p:txBody>
      </p:sp>
      <p:sp>
        <p:nvSpPr>
          <p:cNvPr id="4" name="[Uma frase para situar o assunto]">
            <a:extLst xmlns:a="http://schemas.openxmlformats.org/drawingml/2006/main">
              <a:ext uri="{FF2B5EF4-FFF2-40B4-BE49-F238E27FC236}">
                <a16:creationId xmlns:a16="http://schemas.microsoft.com/office/drawing/2014/main" id="{163BFDF4-75F7-4086-A334-4BB9A3A2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528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[Uma frase para situar o assunto]</a:t>
            </a:r>
          </a:p>
        </p:txBody>
      </p:sp>
    </p:spTree>
    <p:extLst>
      <p:ext uri="{BB962C8B-B14F-4D97-AF65-F5344CB8AC3E}">
        <p14:creationId xmlns:p14="http://schemas.microsoft.com/office/powerpoint/2010/main" val="2118491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C52889-FAED-4B4E-B401-E53DA0543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Resumo da análise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595DC-F0A7-46E7-9A8A-204D86159D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af4bfb03a460f">
            <a:extLst>
              <a:ext uri="{96DAC541-7B7A-43D3-8B79-37D633B846F1}">
                <asvg:svgBlip xmlns:asvg="http://schemas.microsoft.com/office/drawing/2016/SVG/main" r:embed="Rce5f9713d21e41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E8254BB2-B04F-4975-A984-1C03A6FC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CF72A0EC-1F57-4950-BFC0-B7F8943E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05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F75B0EBA-9228-4138-94AE-914F4AA7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[Mensagem principal]">
            <a:extLst xmlns:a="http://schemas.openxmlformats.org/drawingml/2006/main">
              <a:ext uri="{FF2B5EF4-FFF2-40B4-BE49-F238E27FC236}">
                <a16:creationId xmlns:a16="http://schemas.microsoft.com/office/drawing/2014/main" id="{9552BADA-2932-41B5-BB36-998CA13D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[Mensagem principal]</a:t>
            </a:r>
          </a:p>
        </p:txBody>
      </p:sp>
      <p:sp>
        <p:nvSpPr>
          <p:cNvPr id="7" name="[Explique o contexto, a competência e o escop">
            <a:extLst xmlns:a="http://schemas.openxmlformats.org/drawingml/2006/main">
              <a:ext uri="{FF2B5EF4-FFF2-40B4-BE49-F238E27FC236}">
                <a16:creationId xmlns:a16="http://schemas.microsoft.com/office/drawing/2014/main" id="{E819EEDB-C0A5-497D-B432-B860F607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0"/>
            <a:ext cx="3476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[Explique o contexto, a competência e o escopo em poucas linhas.]</a:t>
            </a:r>
          </a:p>
        </p:txBody>
      </p:sp>
      <p:sp>
        <p:nvSpPr>
          <p:cNvPr id="8" name="[O que observamos]">
            <a:extLst xmlns:a="http://schemas.openxmlformats.org/drawingml/2006/main">
              <a:ext uri="{FF2B5EF4-FFF2-40B4-BE49-F238E27FC236}">
                <a16:creationId xmlns:a16="http://schemas.microsoft.com/office/drawing/2014/main" id="{B64E5155-7D7D-4EE7-B6D0-1C665CFC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716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72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[O que observamos]</a:t>
            </a:r>
          </a:p>
        </p:txBody>
      </p:sp>
      <p:sp>
        <p:nvSpPr>
          <p:cNvPr id="9" name="[Constatação e evidência]&#10;&#10;[Implicação para a">
            <a:extLst xmlns:a="http://schemas.openxmlformats.org/drawingml/2006/main">
              <a:ext uri="{FF2B5EF4-FFF2-40B4-BE49-F238E27FC236}">
                <a16:creationId xmlns:a16="http://schemas.microsoft.com/office/drawing/2014/main" id="{B6ED1F29-F193-4AAA-B1C6-78D5D65A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3714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[Constatação e evidência]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[Implicação para a qualidade cadastral]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[Encaminhamento proposto]</a:t>
            </a:r>
          </a:p>
        </p:txBody>
      </p:sp>
      <p:sp>
        <p:nvSpPr>
          <p:cNvPr id="10" name="Fonte: [base / extração / competência]">
            <a:extLst xmlns:a="http://schemas.openxmlformats.org/drawingml/2006/main">
              <a:ext uri="{FF2B5EF4-FFF2-40B4-BE49-F238E27FC236}">
                <a16:creationId xmlns:a16="http://schemas.microsoft.com/office/drawing/2014/main" id="{E03F2600-1ECA-47B3-A566-E6119AC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Fonte: [base / extração / competência]</a:t>
            </a:r>
          </a:p>
        </p:txBody>
      </p:sp>
    </p:spTree>
    <p:extLst>
      <p:ext uri="{BB962C8B-B14F-4D97-AF65-F5344CB8AC3E}">
        <p14:creationId xmlns:p14="http://schemas.microsoft.com/office/powerpoint/2010/main" val="648653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B46048F-7392-47EB-B864-DD4115737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Análise com evidências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DBB7F-6917-4E7B-86E2-C0AA531AF6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9328147a44057">
            <a:extLst>
              <a:ext uri="{96DAC541-7B7A-43D3-8B79-37D633B846F1}">
                <asvg:svgBlip xmlns:asvg="http://schemas.microsoft.com/office/drawing/2016/SVG/main" r:embed="R61126df9613e41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D7DB379C-3F76-43B7-ACA7-07F751C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7D27A05E-8C8A-4FCA-9AEA-22DE3A8A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06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7F496BF7-7E6C-45D2-8558-3E48542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4D521-89A2-4DC5-BA9B-1727381895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309f01ac94868"/>
          <a:srcRect xmlns:a="http://schemas.openxmlformats.org/drawingml/2006/main" l="8065" t="0" r="80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457325"/>
            <a:ext cx="3714750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[Assunto em destaque]">
            <a:extLst xmlns:a="http://schemas.openxmlformats.org/drawingml/2006/main">
              <a:ext uri="{FF2B5EF4-FFF2-40B4-BE49-F238E27FC236}">
                <a16:creationId xmlns:a16="http://schemas.microsoft.com/office/drawing/2014/main" id="{2D67FAB3-C583-4C1A-869A-0452B89A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1625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2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[Assunto em destaque]</a:t>
            </a:r>
          </a:p>
        </p:txBody>
      </p:sp>
      <p:sp>
        <p:nvSpPr>
          <p:cNvPr id="8" name="[Descreva o ponto analisado e a evidência que">
            <a:extLst xmlns:a="http://schemas.openxmlformats.org/drawingml/2006/main">
              <a:ext uri="{FF2B5EF4-FFF2-40B4-BE49-F238E27FC236}">
                <a16:creationId xmlns:a16="http://schemas.microsoft.com/office/drawing/2014/main" id="{FF49AB7B-33EA-4C3A-AD8D-B600B87A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400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[Descreva o ponto analisado e a evidência que sustenta a interpretação.]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[Registre a limitação ou o próximo passo quando necessário.]</a:t>
            </a:r>
          </a:p>
        </p:txBody>
      </p:sp>
      <p:sp>
        <p:nvSpPr>
          <p:cNvPr id="9" name="Imagem ilustrativa. Fonte da análise: [referê">
            <a:extLst xmlns:a="http://schemas.openxmlformats.org/drawingml/2006/main">
              <a:ext uri="{FF2B5EF4-FFF2-40B4-BE49-F238E27FC236}">
                <a16:creationId xmlns:a16="http://schemas.microsoft.com/office/drawing/2014/main" id="{20E2EC73-7B33-4F44-909F-AC5C50EF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Imagem ilustrativa. Fonte da análise: [referência]</a:t>
            </a:r>
          </a:p>
        </p:txBody>
      </p:sp>
    </p:spTree>
    <p:extLst>
      <p:ext uri="{BB962C8B-B14F-4D97-AF65-F5344CB8AC3E}">
        <p14:creationId xmlns:p14="http://schemas.microsoft.com/office/powerpoint/2010/main" val="2058942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C52889-FAED-4B4E-B401-E53DA0543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Comparação de cenários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C8D68-8CC4-41FC-BDC1-C875641A72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8997e93f443e3">
            <a:extLst>
              <a:ext uri="{96DAC541-7B7A-43D3-8B79-37D633B846F1}">
                <asvg:svgBlip xmlns:asvg="http://schemas.microsoft.com/office/drawing/2016/SVG/main" r:embed="Rbc2db417331b4e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47A5F039-6D70-47D7-939D-F070852E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AB68F9A5-5EEB-432E-A00E-5ADA3292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07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3EAE3D27-8FCC-435A-AC82-B5D90659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[Cenário atual]">
            <a:extLst xmlns:a="http://schemas.openxmlformats.org/drawingml/2006/main">
              <a:ext uri="{FF2B5EF4-FFF2-40B4-BE49-F238E27FC236}">
                <a16:creationId xmlns:a16="http://schemas.microsoft.com/office/drawing/2014/main" id="{EF94C7EF-8921-451A-9121-BE82FF46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525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[Cenário atual]</a:t>
            </a:r>
          </a:p>
        </p:txBody>
      </p:sp>
      <p:sp>
        <p:nvSpPr>
          <p:cNvPr id="7" name="[Descrição do processo ou da situação atual.]">
            <a:extLst xmlns:a="http://schemas.openxmlformats.org/drawingml/2006/main">
              <a:ext uri="{FF2B5EF4-FFF2-40B4-BE49-F238E27FC236}">
                <a16:creationId xmlns:a16="http://schemas.microsoft.com/office/drawing/2014/main" id="{BF9E36BA-6D52-441D-A166-247EC200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37623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[Descrição do processo ou da situação atual.]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[Lacuna ou limitação observada.]</a:t>
            </a:r>
          </a:p>
        </p:txBody>
      </p:sp>
      <p:sp>
        <p:nvSpPr>
          <p:cNvPr id="8" name="[Cenário proposto]">
            <a:extLst xmlns:a="http://schemas.openxmlformats.org/drawingml/2006/main">
              <a:ext uri="{FF2B5EF4-FFF2-40B4-BE49-F238E27FC236}">
                <a16:creationId xmlns:a16="http://schemas.microsoft.com/office/drawing/2014/main" id="{FC7E323A-4A51-4979-B143-D377AF68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525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[Cenário proposto]</a:t>
            </a:r>
          </a:p>
        </p:txBody>
      </p:sp>
      <p:sp>
        <p:nvSpPr>
          <p:cNvPr id="9" name="[Descrição da proposta.]&#10;&#10;[Benefício esperado">
            <a:extLst xmlns:a="http://schemas.openxmlformats.org/drawingml/2006/main">
              <a:ext uri="{FF2B5EF4-FFF2-40B4-BE49-F238E27FC236}">
                <a16:creationId xmlns:a16="http://schemas.microsoft.com/office/drawing/2014/main" id="{0FD17ECE-C8B5-4A47-8EF3-EE0601F0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3714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[Descrição da proposta.]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650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[Benefício esperado e condição necessária.]</a:t>
            </a:r>
          </a:p>
        </p:txBody>
      </p:sp>
      <p:sp>
        <p:nvSpPr>
          <p:cNvPr id="10" name="Premissas: [condições da comparação]">
            <a:extLst xmlns:a="http://schemas.openxmlformats.org/drawingml/2006/main">
              <a:ext uri="{FF2B5EF4-FFF2-40B4-BE49-F238E27FC236}">
                <a16:creationId xmlns:a16="http://schemas.microsoft.com/office/drawing/2014/main" id="{AC94F54F-6FAF-4CEB-A3B7-1D602C60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Premissas: [condições da comparação]</a:t>
            </a:r>
          </a:p>
        </p:txBody>
      </p:sp>
    </p:spTree>
    <p:extLst>
      <p:ext uri="{BB962C8B-B14F-4D97-AF65-F5344CB8AC3E}">
        <p14:creationId xmlns:p14="http://schemas.microsoft.com/office/powerpoint/2010/main" val="2059935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A43B7DC-F004-47E7-AC80-CA200F291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Indicadores da revisão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45880-D621-4458-9028-7276DFC019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add75899c4dd6">
            <a:extLst>
              <a:ext uri="{96DAC541-7B7A-43D3-8B79-37D633B846F1}">
                <asvg:svgBlip xmlns:asvg="http://schemas.microsoft.com/office/drawing/2016/SVG/main" r:embed="R9dbd2107b9044d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03C94D8D-608D-46CF-A667-28A49E32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BC15168F-26CD-4926-ABFB-B1B16D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08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08974F55-3DEE-4049-91C3-73E04202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[Completude]">
            <a:extLst xmlns:a="http://schemas.openxmlformats.org/drawingml/2006/main">
              <a:ext uri="{FF2B5EF4-FFF2-40B4-BE49-F238E27FC236}">
                <a16:creationId xmlns:a16="http://schemas.microsoft.com/office/drawing/2014/main" id="{3A3A65D2-FA78-438F-9E3E-A7DE23F1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4782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8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[Completude]</a:t>
            </a:r>
          </a:p>
        </p:txBody>
      </p:sp>
      <p:sp>
        <p:nvSpPr>
          <p:cNvPr id="7" name="[valor]">
            <a:extLst xmlns:a="http://schemas.openxmlformats.org/drawingml/2006/main">
              <a:ext uri="{FF2B5EF4-FFF2-40B4-BE49-F238E27FC236}">
                <a16:creationId xmlns:a16="http://schemas.microsoft.com/office/drawing/2014/main" id="{7A4332E4-22A1-4A71-9283-BFC72431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40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[valor]</a:t>
            </a:r>
          </a:p>
        </p:txBody>
      </p:sp>
      <p:sp>
        <p:nvSpPr>
          <p:cNvPr id="8" name="[Definição do indicador]&#10;[Base e período]">
            <a:extLst xmlns:a="http://schemas.openxmlformats.org/drawingml/2006/main">
              <a:ext uri="{FF2B5EF4-FFF2-40B4-BE49-F238E27FC236}">
                <a16:creationId xmlns:a16="http://schemas.microsoft.com/office/drawing/2014/main" id="{3E38127D-0B03-47AD-AB64-9A0AF338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[Definição do indicador]</a:t>
            </a:r>
          </a:p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[Base e período]</a:t>
            </a:r>
          </a:p>
        </p:txBody>
      </p:sp>
      <p:sp>
        <p:nvSpPr>
          <p:cNvPr id="9" name="[Consistência]">
            <a:extLst xmlns:a="http://schemas.openxmlformats.org/drawingml/2006/main">
              <a:ext uri="{FF2B5EF4-FFF2-40B4-BE49-F238E27FC236}">
                <a16:creationId xmlns:a16="http://schemas.microsoft.com/office/drawing/2014/main" id="{497159EE-47A9-4F23-8512-2C7096D9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4782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8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[Consistência]</a:t>
            </a:r>
          </a:p>
        </p:txBody>
      </p:sp>
      <p:sp>
        <p:nvSpPr>
          <p:cNvPr id="10" name="[valor]">
            <a:extLst xmlns:a="http://schemas.openxmlformats.org/drawingml/2006/main">
              <a:ext uri="{FF2B5EF4-FFF2-40B4-BE49-F238E27FC236}">
                <a16:creationId xmlns:a16="http://schemas.microsoft.com/office/drawing/2014/main" id="{229E557A-E92F-42CC-B83E-8697F5EA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43150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40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[valor]</a:t>
            </a:r>
          </a:p>
        </p:txBody>
      </p:sp>
      <p:sp>
        <p:nvSpPr>
          <p:cNvPr id="11" name="[Definição do indicador]&#10;[Base e período]">
            <a:extLst xmlns:a="http://schemas.openxmlformats.org/drawingml/2006/main">
              <a:ext uri="{FF2B5EF4-FFF2-40B4-BE49-F238E27FC236}">
                <a16:creationId xmlns:a16="http://schemas.microsoft.com/office/drawing/2014/main" id="{431F8186-0D89-4E38-BD40-817711BD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71850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[Definição do indicador]</a:t>
            </a:r>
          </a:p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[Base e período]</a:t>
            </a:r>
          </a:p>
        </p:txBody>
      </p:sp>
      <p:sp>
        <p:nvSpPr>
          <p:cNvPr id="12" name="[Tratamento]">
            <a:extLst xmlns:a="http://schemas.openxmlformats.org/drawingml/2006/main">
              <a:ext uri="{FF2B5EF4-FFF2-40B4-BE49-F238E27FC236}">
                <a16:creationId xmlns:a16="http://schemas.microsoft.com/office/drawing/2014/main" id="{971F2FC4-6D06-4F2B-9B0D-D7FB5DAB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4782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8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[Tratamento]</a:t>
            </a:r>
          </a:p>
        </p:txBody>
      </p:sp>
      <p:sp>
        <p:nvSpPr>
          <p:cNvPr id="13" name="[valor]">
            <a:extLst xmlns:a="http://schemas.openxmlformats.org/drawingml/2006/main">
              <a:ext uri="{FF2B5EF4-FFF2-40B4-BE49-F238E27FC236}">
                <a16:creationId xmlns:a16="http://schemas.microsoft.com/office/drawing/2014/main" id="{AC6FCDFF-EE67-4151-B1EC-D3F4D309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40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[valor]</a:t>
            </a:r>
          </a:p>
        </p:txBody>
      </p:sp>
      <p:sp>
        <p:nvSpPr>
          <p:cNvPr id="14" name="[Definição do indicador]&#10;[Base e período]">
            <a:extLst xmlns:a="http://schemas.openxmlformats.org/drawingml/2006/main">
              <a:ext uri="{FF2B5EF4-FFF2-40B4-BE49-F238E27FC236}">
                <a16:creationId xmlns:a16="http://schemas.microsoft.com/office/drawing/2014/main" id="{7290AAEA-7E67-4474-964C-607CB11B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[Definição do indicador]</a:t>
            </a:r>
          </a:p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[Base e período]</a:t>
            </a:r>
          </a:p>
        </p:txBody>
      </p:sp>
      <p:sp>
        <p:nvSpPr>
          <p:cNvPr id="15" name="Fonte: [base e competência]. Os campos devem ">
            <a:extLst xmlns:a="http://schemas.openxmlformats.org/drawingml/2006/main">
              <a:ext uri="{FF2B5EF4-FFF2-40B4-BE49-F238E27FC236}">
                <a16:creationId xmlns:a16="http://schemas.microsoft.com/office/drawing/2014/main" id="{32ECC712-CAF9-4BA8-B893-133FFB79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Fonte: [base e competência]. Os campos devem receber dados validados.</a:t>
            </a:r>
          </a:p>
        </p:txBody>
      </p:sp>
    </p:spTree>
    <p:extLst>
      <p:ext uri="{BB962C8B-B14F-4D97-AF65-F5344CB8AC3E}">
        <p14:creationId xmlns:p14="http://schemas.microsoft.com/office/powerpoint/2010/main" val="19697356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636E23F-09A0-4F67-996F-FF4A16D6E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Distribuição dos apontamentos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61EEE-1EAF-4DE0-B9FD-94937510A2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f2812ff9c476f">
            <a:extLst>
              <a:ext uri="{96DAC541-7B7A-43D3-8B79-37D633B846F1}">
                <asvg:svgBlip xmlns:asvg="http://schemas.microsoft.com/office/drawing/2016/SVG/main" r:embed="R711f3911dfb94b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CC94E8EB-E899-4BC9-AD1F-EFFFD9CC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A2D2AEDD-6C22-4A2A-BD7C-395EE42F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09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F60AF6E8-2E1B-466F-B5FE-CA52DDF7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[Leitura do resultado]">
            <a:extLst xmlns:a="http://schemas.openxmlformats.org/drawingml/2006/main">
              <a:ext uri="{FF2B5EF4-FFF2-40B4-BE49-F238E27FC236}">
                <a16:creationId xmlns:a16="http://schemas.microsoft.com/office/drawing/2014/main" id="{251999F3-2155-466D-BDF9-363D42EF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[Leitura do resultado]</a:t>
            </a:r>
          </a:p>
        </p:txBody>
      </p:sp>
      <p:sp>
        <p:nvSpPr>
          <p:cNvPr id="7" name="[Interpretação do gráfico e implicação para o">
            <a:extLst xmlns:a="http://schemas.openxmlformats.org/drawingml/2006/main">
              <a:ext uri="{FF2B5EF4-FFF2-40B4-BE49-F238E27FC236}">
                <a16:creationId xmlns:a16="http://schemas.microsoft.com/office/drawing/2014/main" id="{56E4A4C2-9A5A-40A8-8A9B-7FAB134E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[Interpretação do gráfico e implicação para o tratamento da base.]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3FD4A6F-FC10-4538-9BB5-A009BFF0E24A}"/>
              </a:ext>
            </a:extLst>
          </p:cNvPr>
          <p:cNvGraphicFramePr/>
          <p:nvPr/>
        </p:nvGraphicFramePr>
        <p:xfrm>
          <a:off xmlns:a="http://schemas.openxmlformats.org/drawingml/2006/main" x="3571875" y="1524000"/>
          <a:ext xmlns:a="http://schemas.openxmlformats.org/drawingml/2006/main" cx="5095875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972d8627624249"/>
          </a:graphicData>
        </a:graphic>
      </p:graphicFrame>
      <p:sp>
        <p:nvSpPr>
          <p:cNvPr id="9" name="Dados fictícios para demonstrar o layout. Sub">
            <a:extLst xmlns:a="http://schemas.openxmlformats.org/drawingml/2006/main">
              <a:ext uri="{FF2B5EF4-FFF2-40B4-BE49-F238E27FC236}">
                <a16:creationId xmlns:a16="http://schemas.microsoft.com/office/drawing/2014/main" id="{74D3B501-F02C-4F13-B14D-31FC0C8A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Dados fictícios para demonstrar o layout. Substituir por dados validados.</a:t>
            </a:r>
          </a:p>
        </p:txBody>
      </p:sp>
    </p:spTree>
    <p:extLst>
      <p:ext uri="{BB962C8B-B14F-4D97-AF65-F5344CB8AC3E}">
        <p14:creationId xmlns:p14="http://schemas.microsoft.com/office/powerpoint/2010/main" val="132840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636E23F-09A0-4F67-996F-FF4A16D6E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Evolução da qualidade cadastral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B0277-D901-4314-8F15-1BFF84B8A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bccf942eb4128">
            <a:extLst>
              <a:ext uri="{96DAC541-7B7A-43D3-8B79-37D633B846F1}">
                <asvg:svgBlip xmlns:asvg="http://schemas.microsoft.com/office/drawing/2016/SVG/main" r:embed="R50b33dd9bcf041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38550D19-7EF3-4BC8-BE30-65499512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15FC5439-111D-43DA-B5A6-D3140038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10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D0EE5A85-B394-4E5D-9A2C-464C347D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6B1E687-B596-4B08-97BC-029E4BB46858}"/>
              </a:ext>
            </a:extLst>
          </p:cNvPr>
          <p:cNvGraphicFramePr/>
          <p:nvPr/>
        </p:nvGraphicFramePr>
        <p:xfrm>
          <a:off xmlns:a="http://schemas.openxmlformats.org/drawingml/2006/main" x="571500" y="1533525"/>
          <a:ext xmlns:a="http://schemas.openxmlformats.org/drawingml/2006/main" cx="7810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1c6a36ac7546e3"/>
          </a:graphicData>
        </a:graphic>
      </p:graphicFrame>
      <p:sp>
        <p:nvSpPr>
          <p:cNvPr id="7" name="Dados fictícios em %. Definir cálculo, denomi">
            <a:extLst xmlns:a="http://schemas.openxmlformats.org/drawingml/2006/main">
              <a:ext uri="{FF2B5EF4-FFF2-40B4-BE49-F238E27FC236}">
                <a16:creationId xmlns:a16="http://schemas.microsoft.com/office/drawing/2014/main" id="{C181CBBE-EEEF-4672-841A-13E5210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Dados fictícios em %. Definir cálculo, denominador e competência antes de utilizar.</a:t>
            </a:r>
          </a:p>
        </p:txBody>
      </p:sp>
    </p:spTree>
    <p:extLst>
      <p:ext uri="{BB962C8B-B14F-4D97-AF65-F5344CB8AC3E}">
        <p14:creationId xmlns:p14="http://schemas.microsoft.com/office/powerpoint/2010/main" val="4475289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B861B9A-BF4E-4C2A-9E78-FC3F15C54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Quadro de apontamentos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1A549-E7F6-4977-BFB4-6A5D322359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9a11fb8a244e5">
            <a:extLst>
              <a:ext uri="{96DAC541-7B7A-43D3-8B79-37D633B846F1}">
                <asvg:svgBlip xmlns:asvg="http://schemas.microsoft.com/office/drawing/2016/SVG/main" r:embed="R957d385957244f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E58ED358-2C8E-42FA-AE71-DAC631C1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44ABF543-E14B-419F-826D-8D1FE9C3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11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4B4F573F-A2B7-4D25-BC90-BDF1FD6A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A376A-9643-4C98-B513-3ED9B83F7E98}"/>
              </a:ext>
            </a:extLst>
          </p:cNvPr>
          <p:cNvGraphicFramePr/>
          <p:nvPr/>
        </p:nvGraphicFramePr>
        <p:xfrm>
          <a:off xmlns:a="http://schemas.openxmlformats.org/drawingml/2006/main" x="476250" y="1571625"/>
          <a:ext xmlns:a="http://schemas.openxmlformats.org/drawingml/2006/main" cx="81915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047875"/>
                <a:gridCol w="2047875"/>
                <a:gridCol w="2047875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Tema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Constatação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Responsável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Situação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[Tema 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[Evidência resumida]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[Área]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[Em análise]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[Tema 2]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[Evidência resumida]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[Área]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[Em tratamento]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[Tema 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[Evidência resumida]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[Área]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[Concluído]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[Tema 4]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[Evidência resumida]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[Área]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[A definir]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7" name="Referências: [fontes e competência]">
            <a:extLst xmlns:a="http://schemas.openxmlformats.org/drawingml/2006/main">
              <a:ext uri="{FF2B5EF4-FFF2-40B4-BE49-F238E27FC236}">
                <a16:creationId xmlns:a16="http://schemas.microsoft.com/office/drawing/2014/main" id="{1DB241EC-756E-4CC2-822F-9C88121F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Referências: [fontes e competência]</a:t>
            </a:r>
          </a:p>
        </p:txBody>
      </p:sp>
    </p:spTree>
    <p:extLst>
      <p:ext uri="{BB962C8B-B14F-4D97-AF65-F5344CB8AC3E}">
        <p14:creationId xmlns:p14="http://schemas.microsoft.com/office/powerpoint/2010/main" val="19206056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A43B7DC-F004-47E7-AC80-CA200F291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Ciclo de revisão cadastral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131E3-930D-401C-BEA5-FD086EF47F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1d231d6ef4e88">
            <a:extLst>
              <a:ext uri="{96DAC541-7B7A-43D3-8B79-37D633B846F1}">
                <asvg:svgBlip xmlns:asvg="http://schemas.microsoft.com/office/drawing/2016/SVG/main" r:embed="Rc850508115be41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22E3A1FC-030E-42CC-BA73-7302CA4F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EA439878-7C8D-4701-81AC-CA894A0C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12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13607EEF-C29F-4BDC-A3F2-22AE96F9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79F1C6FB-265C-4162-ADCC-46E8497F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00796E"/>
                </a:solidFill>
                <a:latin typeface="Delight"/>
                <a:ea typeface="Delight"/>
                <a:cs typeface="Delight"/>
              </a:rPr>
              <a:t>01</a:t>
            </a:r>
          </a:p>
        </p:txBody>
      </p:sp>
      <p:sp>
        <p:nvSpPr>
          <p:cNvPr id="7" name="Escopo">
            <a:extLst xmlns:a="http://schemas.openxmlformats.org/drawingml/2006/main">
              <a:ext uri="{FF2B5EF4-FFF2-40B4-BE49-F238E27FC236}">
                <a16:creationId xmlns:a16="http://schemas.microsoft.com/office/drawing/2014/main" id="{F0345D62-1507-4139-ADD7-D665C107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50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Escopo</a:t>
            </a:r>
          </a:p>
        </p:txBody>
      </p:sp>
      <p:sp>
        <p:nvSpPr>
          <p:cNvPr id="8" name="[Fonte, competência e critérios]">
            <a:extLst xmlns:a="http://schemas.openxmlformats.org/drawingml/2006/main">
              <a:ext uri="{FF2B5EF4-FFF2-40B4-BE49-F238E27FC236}">
                <a16:creationId xmlns:a16="http://schemas.microsoft.com/office/drawing/2014/main" id="{51682C8E-2CE0-461C-AE89-FCA8490D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[Fonte, competência e critérios]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CEEA4096-401D-42CA-ACD6-8CADE0BB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00796E"/>
                </a:solidFill>
                <a:latin typeface="Delight"/>
                <a:ea typeface="Delight"/>
                <a:cs typeface="Delight"/>
              </a:rPr>
              <a:t>02</a:t>
            </a:r>
          </a:p>
        </p:txBody>
      </p:sp>
      <p:sp>
        <p:nvSpPr>
          <p:cNvPr id="10" name="Análise">
            <a:extLst xmlns:a="http://schemas.openxmlformats.org/drawingml/2006/main">
              <a:ext uri="{FF2B5EF4-FFF2-40B4-BE49-F238E27FC236}">
                <a16:creationId xmlns:a16="http://schemas.microsoft.com/office/drawing/2014/main" id="{22F4E34B-49BA-431D-B781-0EB45311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479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50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Análise</a:t>
            </a:r>
          </a:p>
        </p:txBody>
      </p:sp>
      <p:sp>
        <p:nvSpPr>
          <p:cNvPr id="11" name="[Conferência e evidências]">
            <a:extLst xmlns:a="http://schemas.openxmlformats.org/drawingml/2006/main">
              <a:ext uri="{FF2B5EF4-FFF2-40B4-BE49-F238E27FC236}">
                <a16:creationId xmlns:a16="http://schemas.microsoft.com/office/drawing/2014/main" id="{07DFFBED-04C3-4752-84FA-5FBB1666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[Conferência e evidências]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4CC01915-5BBD-4775-A8E4-1C380751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00796E"/>
                </a:solidFill>
                <a:latin typeface="Delight"/>
                <a:ea typeface="Delight"/>
                <a:cs typeface="Delight"/>
              </a:rPr>
              <a:t>03</a:t>
            </a:r>
          </a:p>
        </p:txBody>
      </p:sp>
      <p:sp>
        <p:nvSpPr>
          <p:cNvPr id="13" name="Tratamento">
            <a:extLst xmlns:a="http://schemas.openxmlformats.org/drawingml/2006/main">
              <a:ext uri="{FF2B5EF4-FFF2-40B4-BE49-F238E27FC236}">
                <a16:creationId xmlns:a16="http://schemas.microsoft.com/office/drawing/2014/main" id="{69E1F46B-39EF-40AF-A3DB-E82BCDCE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50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Tratamento</a:t>
            </a:r>
          </a:p>
        </p:txBody>
      </p:sp>
      <p:sp>
        <p:nvSpPr>
          <p:cNvPr id="14" name="[Responsável e encaminhamento]">
            <a:extLst xmlns:a="http://schemas.openxmlformats.org/drawingml/2006/main">
              <a:ext uri="{FF2B5EF4-FFF2-40B4-BE49-F238E27FC236}">
                <a16:creationId xmlns:a16="http://schemas.microsoft.com/office/drawing/2014/main" id="{1DC4C4D5-3E4A-4C4A-86BF-3AA06CFF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[Responsável e encaminhamento]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3415739F-4A4A-4D1F-8166-DA5C8CD9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796E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00796E"/>
                </a:solidFill>
                <a:latin typeface="Delight"/>
                <a:ea typeface="Delight"/>
                <a:cs typeface="Delight"/>
              </a:rPr>
              <a:t>04</a:t>
            </a:r>
          </a:p>
        </p:txBody>
      </p:sp>
      <p:sp>
        <p:nvSpPr>
          <p:cNvPr id="16" name="Acompanhamento">
            <a:extLst xmlns:a="http://schemas.openxmlformats.org/drawingml/2006/main">
              <a:ext uri="{FF2B5EF4-FFF2-40B4-BE49-F238E27FC236}">
                <a16:creationId xmlns:a16="http://schemas.microsoft.com/office/drawing/2014/main" id="{4868ECE5-75F1-4E9D-B33D-84F1581F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50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Acompanhamento</a:t>
            </a:r>
          </a:p>
        </p:txBody>
      </p:sp>
      <p:sp>
        <p:nvSpPr>
          <p:cNvPr id="17" name="[Situação e resultado]">
            <a:extLst xmlns:a="http://schemas.openxmlformats.org/drawingml/2006/main">
              <a:ext uri="{FF2B5EF4-FFF2-40B4-BE49-F238E27FC236}">
                <a16:creationId xmlns:a16="http://schemas.microsoft.com/office/drawing/2014/main" id="{51AD672D-C8AB-4225-A33C-95A1FDC5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[Situação e resultado]</a:t>
            </a:r>
          </a:p>
        </p:txBody>
      </p:sp>
      <p:sp>
        <p:nvSpPr>
          <p:cNvPr id="18" name="[Ajuste as etapas ao processo apresentado]">
            <a:extLst xmlns:a="http://schemas.openxmlformats.org/drawingml/2006/main">
              <a:ext uri="{FF2B5EF4-FFF2-40B4-BE49-F238E27FC236}">
                <a16:creationId xmlns:a16="http://schemas.microsoft.com/office/drawing/2014/main" id="{7238A126-0396-4530-8436-482A0BB3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[Ajuste as etapas ao processo apresentado]</a:t>
            </a:r>
          </a:p>
        </p:txBody>
      </p:sp>
    </p:spTree>
    <p:extLst>
      <p:ext uri="{BB962C8B-B14F-4D97-AF65-F5344CB8AC3E}">
        <p14:creationId xmlns:p14="http://schemas.microsoft.com/office/powerpoint/2010/main" val="15997599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B861B9A-BF4E-4C2A-9E78-FC3F15C54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Plano de trabalho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30F0B-2812-47B6-9231-00B0368F9A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d28c1387c47f3">
            <a:extLst>
              <a:ext uri="{96DAC541-7B7A-43D3-8B79-37D633B846F1}">
                <asvg:svgBlip xmlns:asvg="http://schemas.microsoft.com/office/drawing/2016/SVG/main" r:embed="Rc62735776f1b4a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9A8E6539-CA32-4298-A5D6-2FF282ED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98702699-5279-4F18-8754-D59855BC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13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AA89C318-0D82-4B3E-9F38-0665C6CD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FDA4B-4AF9-44AB-B0B1-64BC221CD02A}"/>
              </a:ext>
            </a:extLst>
          </p:cNvPr>
          <p:cNvGraphicFramePr/>
          <p:nvPr/>
        </p:nvGraphicFramePr>
        <p:xfrm>
          <a:off xmlns:a="http://schemas.openxmlformats.org/drawingml/2006/main" x="476250" y="1571625"/>
          <a:ext xmlns:a="http://schemas.openxmlformats.org/drawingml/2006/main" cx="81915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047875"/>
                <a:gridCol w="2047875"/>
                <a:gridCol w="2047875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Etapa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Entrega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Responsável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Prazo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[Preparação]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[Escopo e fontes]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[Nome/área]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[Data]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[Conferência]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[Apontamentos]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[Nome/área]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[Data]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[Tratamento]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[Encaminhamentos]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[Nome/área]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[Data]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[Revisão]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[Acompanhamento]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[Nome/área]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[Data]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</a:tr>
            </a:tbl>
          </a:graphicData>
        </a:graphic>
      </p:graphicFrame>
      <p:sp>
        <p:nvSpPr>
          <p:cNvPr id="7" name="[Dependências e decisões necessárias]">
            <a:extLst xmlns:a="http://schemas.openxmlformats.org/drawingml/2006/main">
              <a:ext uri="{FF2B5EF4-FFF2-40B4-BE49-F238E27FC236}">
                <a16:creationId xmlns:a16="http://schemas.microsoft.com/office/drawing/2014/main" id="{CE00B3C0-66AA-4779-A967-13BDCCD5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[Dependências e decisões necessárias]</a:t>
            </a:r>
          </a:p>
        </p:txBody>
      </p:sp>
    </p:spTree>
    <p:extLst>
      <p:ext uri="{BB962C8B-B14F-4D97-AF65-F5344CB8AC3E}">
        <p14:creationId xmlns:p14="http://schemas.microsoft.com/office/powerpoint/2010/main" val="14489308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24A3883-C11D-42DF-94FD-3D3A569A5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Demonstração da aplicação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2641B-7B4C-4AB7-BC52-A45058085C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98b16eabd4911">
            <a:extLst>
              <a:ext uri="{96DAC541-7B7A-43D3-8B79-37D633B846F1}">
                <asvg:svgBlip xmlns:asvg="http://schemas.microsoft.com/office/drawing/2016/SVG/main" r:embed="R67f5a1749a6a49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52F055C0-2E15-473A-A9EF-5D30C7EF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30F7CAFE-6662-4163-A6BE-9ADA9BE3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14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01E798C3-02CA-4FDB-8385-2E6017DC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E0F22-6E0E-4F42-9EAF-DC716FA7A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504153db44804"/>
          <a:stretch xmlns:a="http://schemas.openxmlformats.org/drawingml/2006/main"/>
        </p:blipFill>
        <p:spPr>
          <a:xfrm xmlns:a="http://schemas.openxmlformats.org/drawingml/2006/main">
            <a:off x="3966782" y="1438275"/>
            <a:ext cx="4210812" cy="2924175"/>
          </a:xfrm>
          <a:prstGeom xmlns:a="http://schemas.openxmlformats.org/drawingml/2006/main" prst="rect">
            <a:avLst/>
          </a:prstGeom>
        </p:spPr>
      </p:pic>
      <p:sp>
        <p:nvSpPr>
          <p:cNvPr id="7" name="[Nome da aplicação]">
            <a:extLst xmlns:a="http://schemas.openxmlformats.org/drawingml/2006/main">
              <a:ext uri="{FF2B5EF4-FFF2-40B4-BE49-F238E27FC236}">
                <a16:creationId xmlns:a16="http://schemas.microsoft.com/office/drawing/2014/main" id="{87C9FB1E-37C5-4FC3-88A8-BCC1D1D0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16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[Nome da aplicação]</a:t>
            </a:r>
          </a:p>
        </p:txBody>
      </p:sp>
      <p:sp>
        <p:nvSpPr>
          <p:cNvPr id="8" name="[Objetivo da demonstração]&#10;&#10;[Fluxo ou tarefa ">
            <a:extLst xmlns:a="http://schemas.openxmlformats.org/drawingml/2006/main">
              <a:ext uri="{FF2B5EF4-FFF2-40B4-BE49-F238E27FC236}">
                <a16:creationId xmlns:a16="http://schemas.microsoft.com/office/drawing/2014/main" id="{B8B80AA3-97D0-4435-95F2-D694F4A8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266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[Objetivo da demonstração]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[Fluxo ou tarefa principal]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[Resultado esperado]</a:t>
            </a:r>
          </a:p>
        </p:txBody>
      </p:sp>
      <p:sp>
        <p:nvSpPr>
          <p:cNvPr id="9" name="Exemplo visual: HUB do programa. Substitua a ">
            <a:extLst xmlns:a="http://schemas.openxmlformats.org/drawingml/2006/main">
              <a:ext uri="{FF2B5EF4-FFF2-40B4-BE49-F238E27FC236}">
                <a16:creationId xmlns:a16="http://schemas.microsoft.com/office/drawing/2014/main" id="{9F8D7628-BEF1-449F-98C9-9778A65A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Exemplo visual: HUB do programa. Substitua a captura pela aplicação apresentada.</a:t>
            </a:r>
          </a:p>
        </p:txBody>
      </p:sp>
    </p:spTree>
    <p:extLst>
      <p:ext uri="{BB962C8B-B14F-4D97-AF65-F5344CB8AC3E}">
        <p14:creationId xmlns:p14="http://schemas.microsoft.com/office/powerpoint/2010/main" val="15559151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24A3883-C11D-42DF-94FD-3D3A569A5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Documentos e orientações de uso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131E1-8A3E-46F9-8560-4ACEEF7B1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7c7481e6f4422">
            <a:extLst>
              <a:ext uri="{96DAC541-7B7A-43D3-8B79-37D633B846F1}">
                <asvg:svgBlip xmlns:asvg="http://schemas.microsoft.com/office/drawing/2016/SVG/main" r:embed="Read41c4a93f642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338E5FB2-5880-488F-A65A-80B342FD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E8714862-967D-484B-B93C-98F5C7D9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15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8D1F9151-B5F2-4DB6-81D9-96371D8A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5824A-0C04-444D-8B74-F1BAAFCDBC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6ebd55f9d4df4"/>
          <a:stretch xmlns:a="http://schemas.openxmlformats.org/drawingml/2006/main"/>
        </p:blipFill>
        <p:spPr>
          <a:xfrm xmlns:a="http://schemas.openxmlformats.org/drawingml/2006/main">
            <a:off x="942594" y="1457325"/>
            <a:ext cx="4210812" cy="2924175"/>
          </a:xfrm>
          <a:prstGeom xmlns:a="http://schemas.openxmlformats.org/drawingml/2006/main" prst="rect">
            <a:avLst/>
          </a:prstGeom>
        </p:spPr>
      </p:pic>
      <p:sp>
        <p:nvSpPr>
          <p:cNvPr id="7" name="[Ponto de atenção]">
            <a:extLst xmlns:a="http://schemas.openxmlformats.org/drawingml/2006/main">
              <a:ext uri="{FF2B5EF4-FFF2-40B4-BE49-F238E27FC236}">
                <a16:creationId xmlns:a16="http://schemas.microsoft.com/office/drawing/2014/main" id="{136EB736-148D-486E-9A14-5C2C0C10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0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[Ponto de atenção]</a:t>
            </a:r>
          </a:p>
        </p:txBody>
      </p:sp>
      <p:sp>
        <p:nvSpPr>
          <p:cNvPr id="8" name="[Explique a ação, a informação consultada e o">
            <a:extLst xmlns:a="http://schemas.openxmlformats.org/drawingml/2006/main">
              <a:ext uri="{FF2B5EF4-FFF2-40B4-BE49-F238E27FC236}">
                <a16:creationId xmlns:a16="http://schemas.microsoft.com/office/drawing/2014/main" id="{A2F924F0-0AAC-40E8-A9BD-5BB24AD6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[Explique a ação, a informação consultada e o documento de apoio.]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[Registre a orientação relevante ao usuário.]</a:t>
            </a:r>
          </a:p>
        </p:txBody>
      </p:sp>
      <p:sp>
        <p:nvSpPr>
          <p:cNvPr id="9" name="Captura ilustrativa do HUB. Nenhum dado de pa">
            <a:extLst xmlns:a="http://schemas.openxmlformats.org/drawingml/2006/main">
              <a:ext uri="{FF2B5EF4-FFF2-40B4-BE49-F238E27FC236}">
                <a16:creationId xmlns:a16="http://schemas.microsoft.com/office/drawing/2014/main" id="{DCC15447-9443-47D8-9D25-922737AB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Captura ilustrativa do HUB. Nenhum dado de participante foi utilizado.</a:t>
            </a:r>
          </a:p>
        </p:txBody>
      </p:sp>
    </p:spTree>
    <p:extLst>
      <p:ext uri="{BB962C8B-B14F-4D97-AF65-F5344CB8AC3E}">
        <p14:creationId xmlns:p14="http://schemas.microsoft.com/office/powerpoint/2010/main" val="19435780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B861B9A-BF4E-4C2A-9E78-FC3F15C54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Evidências e encaminhamentos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B3D8B-EA06-489E-A737-C228071706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b8fe348d34582">
            <a:extLst>
              <a:ext uri="{96DAC541-7B7A-43D3-8B79-37D633B846F1}">
                <asvg:svgBlip xmlns:asvg="http://schemas.microsoft.com/office/drawing/2016/SVG/main" r:embed="R0ac48239de3b4d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81049B52-0625-49D5-8E80-EA48E1EE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21BD7518-B02C-41D7-B0E8-8E7CF04F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16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B0EDC892-C7DF-4A15-8FB0-7AC0BE88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9B0D9-7657-4A2E-AD5C-C0E3B08DFB18}"/>
              </a:ext>
            </a:extLst>
          </p:cNvPr>
          <p:cNvGraphicFramePr/>
          <p:nvPr/>
        </p:nvGraphicFramePr>
        <p:xfrm>
          <a:off xmlns:a="http://schemas.openxmlformats.org/drawingml/2006/main" x="476250" y="1571625"/>
          <a:ext xmlns:a="http://schemas.openxmlformats.org/drawingml/2006/main" cx="8191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047875"/>
                <a:gridCol w="2047875"/>
                <a:gridCol w="2047875"/>
              </a:tblGrid>
              <a:tr h="642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Apontamento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Fonte / referência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Análise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Encaminhamento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[Identificador 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[Repositório / documento]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[Justificativa]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[Ação e responsável]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[Identificador 2]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[Repositório / documento]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[Justificativa]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[Ação e responsável]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[Identificador 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[Repositório / documento]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[Justificativa]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[Ação e responsável]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Usar apenas a informação pessoal necessária à">
            <a:extLst xmlns:a="http://schemas.openxmlformats.org/drawingml/2006/main">
              <a:ext uri="{FF2B5EF4-FFF2-40B4-BE49-F238E27FC236}">
                <a16:creationId xmlns:a16="http://schemas.microsoft.com/office/drawing/2014/main" id="{A4AC99A5-E912-4858-8B88-DF01403F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Usar apenas a informação pessoal necessária à discussão.</a:t>
            </a:r>
          </a:p>
        </p:txBody>
      </p:sp>
    </p:spTree>
    <p:extLst>
      <p:ext uri="{BB962C8B-B14F-4D97-AF65-F5344CB8AC3E}">
        <p14:creationId xmlns:p14="http://schemas.microsoft.com/office/powerpoint/2010/main" val="7586270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A43B7DC-F004-47E7-AC80-CA200F291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Encaminhamentos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5794E-B7CB-49EE-8B1D-21187E2CD8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0d6f53e50482f">
            <a:extLst>
              <a:ext uri="{96DAC541-7B7A-43D3-8B79-37D633B846F1}">
                <asvg:svgBlip xmlns:asvg="http://schemas.microsoft.com/office/drawing/2016/SVG/main" r:embed="Rd4f21a21460c4b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5FA56384-1735-40C4-B165-6E473DB8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66C67078-7EBF-48CF-9D31-BDFD57D3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17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1F52A812-2839-476E-A399-4533247F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[Decisão necessária]">
            <a:extLst xmlns:a="http://schemas.openxmlformats.org/drawingml/2006/main">
              <a:ext uri="{FF2B5EF4-FFF2-40B4-BE49-F238E27FC236}">
                <a16:creationId xmlns:a16="http://schemas.microsoft.com/office/drawing/2014/main" id="{CDE39954-6904-4BB3-868E-0062C624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2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[Decisão necessária]</a:t>
            </a:r>
          </a:p>
        </p:txBody>
      </p:sp>
      <p:sp>
        <p:nvSpPr>
          <p:cNvPr id="7" name="[Contexto e responsável pela decisão.]">
            <a:extLst xmlns:a="http://schemas.openxmlformats.org/drawingml/2006/main">
              <a:ext uri="{FF2B5EF4-FFF2-40B4-BE49-F238E27FC236}">
                <a16:creationId xmlns:a16="http://schemas.microsoft.com/office/drawing/2014/main" id="{BDBFF906-17A5-4EEC-9010-1816B7D1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1935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[Contexto e responsável pela decisão.]</a:t>
            </a:r>
          </a:p>
        </p:txBody>
      </p:sp>
      <p:sp>
        <p:nvSpPr>
          <p:cNvPr id="8" name="[Próximos passos]">
            <a:extLst xmlns:a="http://schemas.openxmlformats.org/drawingml/2006/main">
              <a:ext uri="{FF2B5EF4-FFF2-40B4-BE49-F238E27FC236}">
                <a16:creationId xmlns:a16="http://schemas.microsoft.com/office/drawing/2014/main" id="{F53F67C2-6278-4A61-8102-2D5CDD88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2877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2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[Próximos passos]</a:t>
            </a:r>
          </a:p>
        </p:txBody>
      </p:sp>
      <p:sp>
        <p:nvSpPr>
          <p:cNvPr id="9" name="[Ação e responsável]&#10;&#10;[Prazo de retorno]&#10;&#10;[Cr">
            <a:extLst xmlns:a="http://schemas.openxmlformats.org/drawingml/2006/main">
              <a:ext uri="{FF2B5EF4-FFF2-40B4-BE49-F238E27FC236}">
                <a16:creationId xmlns:a16="http://schemas.microsoft.com/office/drawing/2014/main" id="{966170C8-F367-404B-9D54-9B0CDEA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1935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[Ação e responsável]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[Prazo de retorno]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101617"/>
                </a:solidFill>
                <a:latin typeface="Inter Variable"/>
                <a:ea typeface="Inter Variable"/>
                <a:cs typeface="Inter Variable"/>
              </a:rPr>
              <a:t>[Critério de conclusão]</a:t>
            </a:r>
          </a:p>
        </p:txBody>
      </p:sp>
      <p:sp>
        <p:nvSpPr>
          <p:cNvPr id="10" name="[Data e responsáveis pelo acompanhamento]">
            <a:extLst xmlns:a="http://schemas.openxmlformats.org/drawingml/2006/main">
              <a:ext uri="{FF2B5EF4-FFF2-40B4-BE49-F238E27FC236}">
                <a16:creationId xmlns:a16="http://schemas.microsoft.com/office/drawing/2014/main" id="{A5E9D2B2-6E4C-4BAD-8D34-ECD13EE3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[Data e responsáveis pelo acompanhamento]</a:t>
            </a:r>
          </a:p>
        </p:txBody>
      </p:sp>
    </p:spTree>
    <p:extLst>
      <p:ext uri="{BB962C8B-B14F-4D97-AF65-F5344CB8AC3E}">
        <p14:creationId xmlns:p14="http://schemas.microsoft.com/office/powerpoint/2010/main" val="203015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4DC75-497E-45D7-A894-8DBD0FF6F7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7685447084d7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1D801-4688-4E9A-9150-0096F4ACE6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12e4fd94f4340">
            <a:extLst>
              <a:ext uri="{96DAC541-7B7A-43D3-8B79-37D633B846F1}">
                <asvg:svgBlip xmlns:asvg="http://schemas.microsoft.com/office/drawing/2016/SVG/main" r:embed="R653ddc44699446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400050"/>
            <a:ext cx="3714750" cy="685800"/>
          </a:xfrm>
          <a:prstGeom xmlns:a="http://schemas.openxmlformats.org/drawingml/2006/main" prst="rect">
            <a:avLst/>
          </a:prstGeom>
        </p:spPr>
      </p:pic>
      <p:sp>
        <p:nvSpPr>
          <p:cNvPr id="3" name="Obrigado">
            <a:extLst xmlns:a="http://schemas.openxmlformats.org/drawingml/2006/main">
              <a:ext uri="{FF2B5EF4-FFF2-40B4-BE49-F238E27FC236}">
                <a16:creationId xmlns:a16="http://schemas.microsoft.com/office/drawing/2014/main" id="{5BF65331-988F-4143-805D-F4082D93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43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Obrigado</a:t>
            </a:r>
          </a:p>
        </p:txBody>
      </p:sp>
      <p:sp>
        <p:nvSpPr>
          <p:cNvPr id="4" name="[Nome do responsável]&#10;[Área]&#10;[Contato institu">
            <a:extLst xmlns:a="http://schemas.openxmlformats.org/drawingml/2006/main">
              <a:ext uri="{FF2B5EF4-FFF2-40B4-BE49-F238E27FC236}">
                <a16:creationId xmlns:a16="http://schemas.microsoft.com/office/drawing/2014/main" id="{892FA326-1CE2-41E2-88AE-E811D173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[Nome do responsável]</a:t>
            </a:r>
          </a:p>
          <a:p xmlns:a="http://schemas.openxmlformats.org/drawingml/2006/main">
            <a: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[Área]</a:t>
            </a:r>
          </a:p>
          <a:p xmlns:a="http://schemas.openxmlformats.org/drawingml/2006/main">
            <a: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[Contato institucional]</a:t>
            </a:r>
          </a:p>
        </p:txBody>
      </p:sp>
    </p:spTree>
    <p:extLst>
      <p:ext uri="{BB962C8B-B14F-4D97-AF65-F5344CB8AC3E}">
        <p14:creationId xmlns:p14="http://schemas.microsoft.com/office/powerpoint/2010/main" val="2312452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38AD2-DAEE-4122-8821-D48794C87F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9bce98b584362">
            <a:extLst>
              <a:ext uri="{96DAC541-7B7A-43D3-8B79-37D633B846F1}">
                <asvg:svgBlip xmlns:asvg="http://schemas.microsoft.com/office/drawing/2016/SVG/main" r:embed="R8378530a840847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342900"/>
            <a:ext cx="4857750" cy="1657350"/>
          </a:xfrm>
          <a:prstGeom xmlns:a="http://schemas.openxmlformats.org/drawingml/2006/main" prst="rect">
            <a:avLst/>
          </a:prstGeom>
        </p:spPr>
      </p:pic>
      <p:sp>
        <p:nvSpPr>
          <p:cNvPr id="2" name="[Título do projeto]">
            <a:extLst xmlns:a="http://schemas.openxmlformats.org/drawingml/2006/main">
              <a:ext uri="{FF2B5EF4-FFF2-40B4-BE49-F238E27FC236}">
                <a16:creationId xmlns:a16="http://schemas.microsoft.com/office/drawing/2014/main" id="{73F17114-660C-4BD0-820E-86DD090D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defPPr>
            <a:lvl1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1pPr>
            <a:lvl2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2pPr>
            <a:lvl3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3pPr>
            <a:lvl4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4pPr>
            <a:lvl5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5pPr>
            <a:lvl6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6pPr>
            <a:lvl7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7pPr>
            <a:lvl8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8pPr>
            <a:lvl9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pPr>
            <a:r>
              <a:rPr sz="3750" b="1">
                <a:solidFill>
                  <a:srgbClr val="101617"/>
                </a:solidFill>
                <a:latin typeface="Delight"/>
                <a:ea typeface="Delight"/>
                <a:cs typeface="Delight"/>
              </a:rPr>
              <a:t>[Título do projeto]</a:t>
            </a:r>
          </a:p>
        </p:txBody>
      </p:sp>
      <p:sp>
        <p:nvSpPr>
          <p:cNvPr id="3" name="[Contexto / objetivo / área responsável]">
            <a:extLst xmlns:a="http://schemas.openxmlformats.org/drawingml/2006/main">
              <a:ext uri="{FF2B5EF4-FFF2-40B4-BE49-F238E27FC236}">
                <a16:creationId xmlns:a16="http://schemas.microsoft.com/office/drawing/2014/main" id="{2A418CDC-0E04-4CCD-80C7-4D14E370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6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[Contexto / objetivo / área responsável]</a:t>
            </a:r>
          </a:p>
        </p:txBody>
      </p:sp>
    </p:spTree>
    <p:extLst>
      <p:ext uri="{BB962C8B-B14F-4D97-AF65-F5344CB8AC3E}">
        <p14:creationId xmlns:p14="http://schemas.microsoft.com/office/powerpoint/2010/main" val="583298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47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C676E-2068-42DB-8356-83364113D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35bf62cda4ee4">
            <a:extLst>
              <a:ext uri="{96DAC541-7B7A-43D3-8B79-37D633B846F1}">
                <asvg:svgBlip xmlns:asvg="http://schemas.microsoft.com/office/drawing/2016/SVG/main" r:embed="Rf7e073efb2f041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342900"/>
            <a:ext cx="4524375" cy="904875"/>
          </a:xfrm>
          <a:prstGeom xmlns:a="http://schemas.openxmlformats.org/drawingml/2006/main" prst="rect">
            <a:avLst/>
          </a:prstGeom>
        </p:spPr>
      </p:pic>
      <p:sp>
        <p:nvSpPr>
          <p:cNvPr id="2" name="[Tema da apresentação]">
            <a:extLst xmlns:a="http://schemas.openxmlformats.org/drawingml/2006/main">
              <a:ext uri="{FF2B5EF4-FFF2-40B4-BE49-F238E27FC236}">
                <a16:creationId xmlns:a16="http://schemas.microsoft.com/office/drawing/2014/main" id="{6917FC97-FF22-4241-86BC-13186164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5050"/>
            <a:ext cx="762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defPPr>
            <a:lvl1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1pPr>
            <a:lvl2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2pPr>
            <a:lvl3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3pPr>
            <a:lvl4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4pPr>
            <a:lvl5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5pPr>
            <a:lvl6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6pPr>
            <a:lvl7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7pPr>
            <a:lvl8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8pPr>
            <a:lvl9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pPr>
            <a:r>
              <a:rPr sz="3900" b="1">
                <a:solidFill>
                  <a:srgbClr val="FFFFFF"/>
                </a:solidFill>
                <a:latin typeface="Delight"/>
                <a:ea typeface="Delight"/>
                <a:cs typeface="Delight"/>
              </a:rPr>
              <a:t>[Tema da apresentação]</a:t>
            </a:r>
          </a:p>
        </p:txBody>
      </p:sp>
      <p:sp>
        <p:nvSpPr>
          <p:cNvPr id="3" name="[Competência e responsável]">
            <a:extLst xmlns:a="http://schemas.openxmlformats.org/drawingml/2006/main">
              <a:ext uri="{FF2B5EF4-FFF2-40B4-BE49-F238E27FC236}">
                <a16:creationId xmlns:a16="http://schemas.microsoft.com/office/drawing/2014/main" id="{104684C9-7EF5-47FF-BB06-039615C3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005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[Competência e responsável]</a:t>
            </a:r>
          </a:p>
        </p:txBody>
      </p:sp>
    </p:spTree>
    <p:extLst>
      <p:ext uri="{BB962C8B-B14F-4D97-AF65-F5344CB8AC3E}">
        <p14:creationId xmlns:p14="http://schemas.microsoft.com/office/powerpoint/2010/main" val="13298425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FBF17-A361-4645-9FE1-48DDF7D2A5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6db3ba2224d8a">
            <a:extLst>
              <a:ext uri="{96DAC541-7B7A-43D3-8B79-37D633B846F1}">
                <asvg:svgBlip xmlns:asvg="http://schemas.microsoft.com/office/drawing/2016/SVG/main" r:embed="R141d4de363fe4a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19450" y="266700"/>
            <a:ext cx="2705100" cy="3048000"/>
          </a:xfrm>
          <a:prstGeom xmlns:a="http://schemas.openxmlformats.org/drawingml/2006/main" prst="rect">
            <a:avLst/>
          </a:prstGeom>
        </p:spPr>
      </p:pic>
      <p:sp>
        <p:nvSpPr>
          <p:cNvPr id="2" name="[Título breve]">
            <a:extLst xmlns:a="http://schemas.openxmlformats.org/drawingml/2006/main">
              <a:ext uri="{FF2B5EF4-FFF2-40B4-BE49-F238E27FC236}">
                <a16:creationId xmlns:a16="http://schemas.microsoft.com/office/drawing/2014/main" id="{18FF7CCB-8E24-4ABF-B184-9D564F7C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90925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[Título breve]</a:t>
            </a:r>
          </a:p>
        </p:txBody>
      </p:sp>
      <p:sp>
        <p:nvSpPr>
          <p:cNvPr id="3" name="[Área / data]">
            <a:extLst xmlns:a="http://schemas.openxmlformats.org/drawingml/2006/main">
              <a:ext uri="{FF2B5EF4-FFF2-40B4-BE49-F238E27FC236}">
                <a16:creationId xmlns:a16="http://schemas.microsoft.com/office/drawing/2014/main" id="{0AAD7925-B61A-4945-BFB8-A2A60727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053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[Área / data]</a:t>
            </a:r>
          </a:p>
        </p:txBody>
      </p:sp>
    </p:spTree>
    <p:extLst>
      <p:ext uri="{BB962C8B-B14F-4D97-AF65-F5344CB8AC3E}">
        <p14:creationId xmlns:p14="http://schemas.microsoft.com/office/powerpoint/2010/main" val="7441988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92584-B8C2-4F7F-9462-536701B514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cd9668b7d48ec">
            <a:extLst>
              <a:ext uri="{96DAC541-7B7A-43D3-8B79-37D633B846F1}">
                <asvg:svgBlip xmlns:asvg="http://schemas.microsoft.com/office/drawing/2016/SVG/main" r:embed="R04509e4aa5824e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" y="571500"/>
            <a:ext cx="2857500" cy="3238500"/>
          </a:xfrm>
          <a:prstGeom xmlns:a="http://schemas.openxmlformats.org/drawingml/2006/main" prst="rect">
            <a:avLst/>
          </a:prstGeom>
        </p:spPr>
      </p:pic>
      <p:sp>
        <p:nvSpPr>
          <p:cNvPr id="2" name="[Título da reunião]">
            <a:extLst xmlns:a="http://schemas.openxmlformats.org/drawingml/2006/main">
              <a:ext uri="{FF2B5EF4-FFF2-40B4-BE49-F238E27FC236}">
                <a16:creationId xmlns:a16="http://schemas.microsoft.com/office/drawing/2014/main" id="{A5E1A85C-F82E-46FB-97A0-A172E9B9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4191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101617"/>
                </a:solidFill>
                <a:latin typeface="Delight"/>
                <a:ea typeface="Delight"/>
                <a:cs typeface="Delight"/>
              </a:rPr>
              <a:t>[Título da reunião]</a:t>
            </a:r>
          </a:p>
        </p:txBody>
      </p:sp>
      <p:sp>
        <p:nvSpPr>
          <p:cNvPr id="3" name="[Objetivo e contexto em duas ou três linhas.]">
            <a:extLst xmlns:a="http://schemas.openxmlformats.org/drawingml/2006/main">
              <a:ext uri="{FF2B5EF4-FFF2-40B4-BE49-F238E27FC236}">
                <a16:creationId xmlns:a16="http://schemas.microsoft.com/office/drawing/2014/main" id="{AF5A4C3B-96E7-407E-8B17-CD79BC7D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[Objetivo e contexto em duas ou três linhas.]</a:t>
            </a:r>
          </a:p>
        </p:txBody>
      </p:sp>
      <p:sp>
        <p:nvSpPr>
          <p:cNvPr id="4" name="[Data / área]">
            <a:extLst xmlns:a="http://schemas.openxmlformats.org/drawingml/2006/main">
              <a:ext uri="{FF2B5EF4-FFF2-40B4-BE49-F238E27FC236}">
                <a16:creationId xmlns:a16="http://schemas.microsoft.com/office/drawing/2014/main" id="{40B7BA51-710E-4062-BD8E-2A666626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1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[Data / área]</a:t>
            </a:r>
          </a:p>
        </p:txBody>
      </p:sp>
    </p:spTree>
    <p:extLst>
      <p:ext uri="{BB962C8B-B14F-4D97-AF65-F5344CB8AC3E}">
        <p14:creationId xmlns:p14="http://schemas.microsoft.com/office/powerpoint/2010/main" val="10640014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B46048F-7392-47EB-B864-DD4115737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Trabalho de análise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17D48-2CDE-48AD-AF99-2126989DF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c3a5e120543f9">
            <a:extLst>
              <a:ext uri="{96DAC541-7B7A-43D3-8B79-37D633B846F1}">
                <asvg:svgBlip xmlns:asvg="http://schemas.microsoft.com/office/drawing/2016/SVG/main" r:embed="Ra57009b603364e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66B24623-458B-4A36-917C-2AE5A08B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23">
            <a:extLst xmlns:a="http://schemas.openxmlformats.org/drawingml/2006/main">
              <a:ext uri="{FF2B5EF4-FFF2-40B4-BE49-F238E27FC236}">
                <a16:creationId xmlns:a16="http://schemas.microsoft.com/office/drawing/2014/main" id="{341B3917-3E16-4D00-9CAC-53635AE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23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3F67660D-69AA-4D72-975D-91465DFB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B5E4D-E80C-4DBC-8B41-52651AC2A8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c3d78ce7643db"/>
          <a:srcRect xmlns:a="http://schemas.openxmlformats.org/drawingml/2006/main" l="7350" t="0" r="73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524000"/>
            <a:ext cx="4191000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[Pergunta da revisão]">
            <a:extLst xmlns:a="http://schemas.openxmlformats.org/drawingml/2006/main">
              <a:ext uri="{FF2B5EF4-FFF2-40B4-BE49-F238E27FC236}">
                <a16:creationId xmlns:a16="http://schemas.microsoft.com/office/drawing/2014/main" id="{CD5BA9C1-D443-4153-858F-658B3F71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972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[Pergunta da revisão]</a:t>
            </a:r>
          </a:p>
        </p:txBody>
      </p:sp>
      <p:sp>
        <p:nvSpPr>
          <p:cNvPr id="8" name="[O que a equipe está verificando?]&#10;&#10;[Qual evi">
            <a:extLst xmlns:a="http://schemas.openxmlformats.org/drawingml/2006/main">
              <a:ext uri="{FF2B5EF4-FFF2-40B4-BE49-F238E27FC236}">
                <a16:creationId xmlns:a16="http://schemas.microsoft.com/office/drawing/2014/main" id="{E9E33C9A-6BFB-4C03-A512-F5AD1D7C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3524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[O que a equipe está verificando?]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[Qual evidência apoia a análise?]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0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[O que precisa ser confirmado?]</a:t>
            </a:r>
          </a:p>
        </p:txBody>
      </p:sp>
      <p:sp>
        <p:nvSpPr>
          <p:cNvPr id="9" name="Imagem ilustrativa gerada para o programa.">
            <a:extLst xmlns:a="http://schemas.openxmlformats.org/drawingml/2006/main">
              <a:ext uri="{FF2B5EF4-FFF2-40B4-BE49-F238E27FC236}">
                <a16:creationId xmlns:a16="http://schemas.microsoft.com/office/drawing/2014/main" id="{73BFDE14-0B4E-4F49-81FA-41E32234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Imagem ilustrativa gerada para o programa.</a:t>
            </a:r>
          </a:p>
        </p:txBody>
      </p:sp>
    </p:spTree>
    <p:extLst>
      <p:ext uri="{BB962C8B-B14F-4D97-AF65-F5344CB8AC3E}">
        <p14:creationId xmlns:p14="http://schemas.microsoft.com/office/powerpoint/2010/main" val="665656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B46048F-7392-47EB-B864-DD4115737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Discussão dos resultados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03BD2-2274-4F0E-80B9-C086A96552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b52dd717b42af">
            <a:extLst>
              <a:ext uri="{96DAC541-7B7A-43D3-8B79-37D633B846F1}">
                <asvg:svgBlip xmlns:asvg="http://schemas.microsoft.com/office/drawing/2016/SVG/main" r:embed="R9c2680eed80c4b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DCE04F42-CC0A-42FF-899E-4AB618A3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B908B334-C471-4D02-A60F-56380A96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24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0FBA64EF-2302-4725-BE73-F36085A7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B9661-0444-41EA-8F8B-074BF6FF87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1b8bf74524a03"/>
          <a:srcRect xmlns:a="http://schemas.openxmlformats.org/drawingml/2006/main" l="6383" t="0" r="63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495425"/>
            <a:ext cx="4429125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[Ponto a discutir]">
            <a:extLst xmlns:a="http://schemas.openxmlformats.org/drawingml/2006/main">
              <a:ext uri="{FF2B5EF4-FFF2-40B4-BE49-F238E27FC236}">
                <a16:creationId xmlns:a16="http://schemas.microsoft.com/office/drawing/2014/main" id="{0EF0B896-47E2-44B8-A13D-C4CA5D7E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62100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2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[Ponto a discutir]</a:t>
            </a:r>
          </a:p>
        </p:txBody>
      </p:sp>
      <p:sp>
        <p:nvSpPr>
          <p:cNvPr id="8" name="[Resultado observado]&#10;&#10;[Limitação da análise]">
            <a:extLst xmlns:a="http://schemas.openxmlformats.org/drawingml/2006/main">
              <a:ext uri="{FF2B5EF4-FFF2-40B4-BE49-F238E27FC236}">
                <a16:creationId xmlns:a16="http://schemas.microsoft.com/office/drawing/2014/main" id="{A529B0EE-88B8-4BB0-BE20-0F2E23C2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3333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[Resultado observado]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[Limitação da análise]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[Decisão ou encaminhamento]</a:t>
            </a:r>
          </a:p>
        </p:txBody>
      </p:sp>
      <p:sp>
        <p:nvSpPr>
          <p:cNvPr id="9" name="Imagem ilustrativa. Substituir os campos ante">
            <a:extLst xmlns:a="http://schemas.openxmlformats.org/drawingml/2006/main">
              <a:ext uri="{FF2B5EF4-FFF2-40B4-BE49-F238E27FC236}">
                <a16:creationId xmlns:a16="http://schemas.microsoft.com/office/drawing/2014/main" id="{05226ADF-D7AE-497D-8089-CD5FC41F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Imagem ilustrativa. Substituir os campos antes de apresentar.</a:t>
            </a:r>
          </a:p>
        </p:txBody>
      </p:sp>
    </p:spTree>
    <p:extLst>
      <p:ext uri="{BB962C8B-B14F-4D97-AF65-F5344CB8AC3E}">
        <p14:creationId xmlns:p14="http://schemas.microsoft.com/office/powerpoint/2010/main" val="2994880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47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2B5D4-508A-46FE-8A8C-7A4FF09C90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390db44294a7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B69A6-C07C-431C-A08B-0A07B69C25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d59e6bd0e4405">
            <a:extLst>
              <a:ext uri="{96DAC541-7B7A-43D3-8B79-37D633B846F1}">
                <asvg:svgBlip xmlns:asvg="http://schemas.microsoft.com/office/drawing/2016/SVG/main" r:embed="R14dbc5152b1048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342900"/>
            <a:ext cx="3810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[Dados para]&#10;[orientar a análise]">
            <a:extLst xmlns:a="http://schemas.openxmlformats.org/drawingml/2006/main">
              <a:ext uri="{FF2B5EF4-FFF2-40B4-BE49-F238E27FC236}">
                <a16:creationId xmlns:a16="http://schemas.microsoft.com/office/drawing/2014/main" id="{D6BB630C-D2E1-43F4-941E-107381B1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defPPr>
            <a:lvl1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1pPr>
            <a:lvl2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2pPr>
            <a:lvl3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3pPr>
            <a:lvl4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4pPr>
            <a:lvl5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5pPr>
            <a:lvl6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6pPr>
            <a:lvl7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7pPr>
            <a:lvl8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8pPr>
            <a:lvl9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pPr>
            <a:r>
              <a:rPr sz="3300" b="1">
                <a:solidFill>
                  <a:srgbClr val="FFFFFF"/>
                </a:solidFill>
                <a:latin typeface="Delight"/>
                <a:ea typeface="Delight"/>
                <a:cs typeface="Delight"/>
              </a:rPr>
              <a:t>[Dados para]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pPr>
            <a:r>
              <a:rPr sz="3300" b="1">
                <a:solidFill>
                  <a:srgbClr val="FFFFFF"/>
                </a:solidFill>
                <a:latin typeface="Delight"/>
                <a:ea typeface="Delight"/>
                <a:cs typeface="Delight"/>
              </a:rPr>
              <a:t>[orientar a análise]</a:t>
            </a:r>
          </a:p>
        </p:txBody>
      </p:sp>
      <p:sp>
        <p:nvSpPr>
          <p:cNvPr id="4" name="[Base / competência / objetivo]">
            <a:extLst xmlns:a="http://schemas.openxmlformats.org/drawingml/2006/main">
              <a:ext uri="{FF2B5EF4-FFF2-40B4-BE49-F238E27FC236}">
                <a16:creationId xmlns:a16="http://schemas.microsoft.com/office/drawing/2014/main" id="{0176DA0A-01EF-4D14-94F2-C3B9549C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[Base / competência / objetivo]</a:t>
            </a:r>
          </a:p>
        </p:txBody>
      </p:sp>
    </p:spTree>
    <p:extLst>
      <p:ext uri="{BB962C8B-B14F-4D97-AF65-F5344CB8AC3E}">
        <p14:creationId xmlns:p14="http://schemas.microsoft.com/office/powerpoint/2010/main" val="9815476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C52889-FAED-4B4E-B401-E53DA0543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Estrutura e qualidade dos dados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E6C36-2438-4722-A2E7-1792ECB82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90c1313764538">
            <a:extLst>
              <a:ext uri="{96DAC541-7B7A-43D3-8B79-37D633B846F1}">
                <asvg:svgBlip xmlns:asvg="http://schemas.microsoft.com/office/drawing/2016/SVG/main" r:embed="R157af905bbcd46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F9DAD3E9-BA4E-4666-8B57-ECB9EA4F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26">
            <a:extLst xmlns:a="http://schemas.openxmlformats.org/drawingml/2006/main">
              <a:ext uri="{FF2B5EF4-FFF2-40B4-BE49-F238E27FC236}">
                <a16:creationId xmlns:a16="http://schemas.microsoft.com/office/drawing/2014/main" id="{ADF7FE0C-A204-4775-8F27-9F86AC67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26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7476C3F1-2DD5-4DA2-86A5-7716345B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[Base analisada]">
            <a:extLst xmlns:a="http://schemas.openxmlformats.org/drawingml/2006/main">
              <a:ext uri="{FF2B5EF4-FFF2-40B4-BE49-F238E27FC236}">
                <a16:creationId xmlns:a16="http://schemas.microsoft.com/office/drawing/2014/main" id="{4645B0F3-41D6-4CE2-B51D-512228C4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47825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2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[Base analisada]</a:t>
            </a:r>
          </a:p>
        </p:txBody>
      </p:sp>
      <p:sp>
        <p:nvSpPr>
          <p:cNvPr id="7" name="[Origem e competência]&#10;&#10;[Unidade de análise]&#10;">
            <a:extLst xmlns:a="http://schemas.openxmlformats.org/drawingml/2006/main">
              <a:ext uri="{FF2B5EF4-FFF2-40B4-BE49-F238E27FC236}">
                <a16:creationId xmlns:a16="http://schemas.microsoft.com/office/drawing/2014/main" id="{3D36FA76-3853-4693-BE85-44E4A14C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0325"/>
            <a:ext cx="3476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[Origem e competência]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[Unidade de análise]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[Campos e regras considerados]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09795-4F6E-497D-BD15-1D6F1DD5F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313e116834167"/>
          <a:srcRect xmlns:a="http://schemas.openxmlformats.org/drawingml/2006/main" l="9933" t="0" r="99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495425"/>
            <a:ext cx="4095750" cy="2876550"/>
          </a:xfrm>
          <a:prstGeom xmlns:a="http://schemas.openxmlformats.org/drawingml/2006/main" prst="rect">
            <a:avLst/>
          </a:prstGeom>
        </p:spPr>
      </p:pic>
      <p:sp>
        <p:nvSpPr>
          <p:cNvPr id="9" name="Imagem conceitual ilustrativa. Não representa">
            <a:extLst xmlns:a="http://schemas.openxmlformats.org/drawingml/2006/main">
              <a:ext uri="{FF2B5EF4-FFF2-40B4-BE49-F238E27FC236}">
                <a16:creationId xmlns:a16="http://schemas.microsoft.com/office/drawing/2014/main" id="{8DC6E9F0-DE29-48D4-97EC-2DDF8E4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Imagem conceitual ilustrativa. Não representa uma base real.</a:t>
            </a:r>
          </a:p>
        </p:txBody>
      </p:sp>
    </p:spTree>
    <p:extLst>
      <p:ext uri="{BB962C8B-B14F-4D97-AF65-F5344CB8AC3E}">
        <p14:creationId xmlns:p14="http://schemas.microsoft.com/office/powerpoint/2010/main" val="5647081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47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BB36A-12D4-497C-ACC6-C4D3F014A3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a6075ddcf4d0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96AF0-2735-42FB-9014-AD4F1A370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104f6a459428b">
            <a:extLst>
              <a:ext uri="{96DAC541-7B7A-43D3-8B79-37D633B846F1}">
                <asvg:svgBlip xmlns:asvg="http://schemas.microsoft.com/office/drawing/2016/SVG/main" r:embed="R42e8eedd45eb4e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342900"/>
            <a:ext cx="3810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[Tecnologia aplicada&#10;ao cadastro]">
            <a:extLst xmlns:a="http://schemas.openxmlformats.org/drawingml/2006/main">
              <a:ext uri="{FF2B5EF4-FFF2-40B4-BE49-F238E27FC236}">
                <a16:creationId xmlns:a16="http://schemas.microsoft.com/office/drawing/2014/main" id="{11A6A7BC-138B-41D0-968F-0584A659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5762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defPPr>
            <a:lvl1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1pPr>
            <a:lvl2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2pPr>
            <a:lvl3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3pPr>
            <a:lvl4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4pPr>
            <a:lvl5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5pPr>
            <a:lvl6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6pPr>
            <a:lvl7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7pPr>
            <a:lvl8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8pPr>
            <a:lvl9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pPr>
            <a:r>
              <a:rPr sz="3375" b="1">
                <a:solidFill>
                  <a:srgbClr val="FFFFFF"/>
                </a:solidFill>
                <a:latin typeface="Delight"/>
                <a:ea typeface="Delight"/>
                <a:cs typeface="Delight"/>
              </a:rPr>
              <a:t>[Tecnologia aplicada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pPr>
            <a:r>
              <a:rPr sz="3375" b="1">
                <a:solidFill>
                  <a:srgbClr val="FFFFFF"/>
                </a:solidFill>
                <a:latin typeface="Delight"/>
                <a:ea typeface="Delight"/>
                <a:cs typeface="Delight"/>
              </a:rPr>
              <a:t>ao cadastro]</a:t>
            </a:r>
          </a:p>
        </p:txBody>
      </p:sp>
      <p:sp>
        <p:nvSpPr>
          <p:cNvPr id="4" name="[Aplicação / demonstração / evolução]">
            <a:extLst xmlns:a="http://schemas.openxmlformats.org/drawingml/2006/main">
              <a:ext uri="{FF2B5EF4-FFF2-40B4-BE49-F238E27FC236}">
                <a16:creationId xmlns:a16="http://schemas.microsoft.com/office/drawing/2014/main" id="{690B7AC8-FBC2-41E0-946D-71A382EE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57675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42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[Aplicação / demonstração / evolução]</a:t>
            </a:r>
          </a:p>
        </p:txBody>
      </p:sp>
    </p:spTree>
    <p:extLst>
      <p:ext uri="{BB962C8B-B14F-4D97-AF65-F5344CB8AC3E}">
        <p14:creationId xmlns:p14="http://schemas.microsoft.com/office/powerpoint/2010/main" val="215744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C52889-FAED-4B4E-B401-E53DA0543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Ferramentas a serviço da revisão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5CDD5-D2F3-444D-9000-1C56D1ABFE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b369132ab499e">
            <a:extLst>
              <a:ext uri="{96DAC541-7B7A-43D3-8B79-37D633B846F1}">
                <asvg:svgBlip xmlns:asvg="http://schemas.microsoft.com/office/drawing/2016/SVG/main" r:embed="R2cb591988b3248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DE257CC1-E876-4FD2-B952-A1A40E02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28">
            <a:extLst xmlns:a="http://schemas.openxmlformats.org/drawingml/2006/main">
              <a:ext uri="{FF2B5EF4-FFF2-40B4-BE49-F238E27FC236}">
                <a16:creationId xmlns:a16="http://schemas.microsoft.com/office/drawing/2014/main" id="{72BFA013-EFFB-439A-8E45-5D4BB8A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28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4BA499CA-5F23-45AE-8026-5FFC82F5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DEA30-E068-46BC-B34F-56257BC867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4c76979724799"/>
          <a:srcRect xmlns:a="http://schemas.openxmlformats.org/drawingml/2006/main" l="13095" t="0" r="130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485900"/>
            <a:ext cx="3810000" cy="2905125"/>
          </a:xfrm>
          <a:prstGeom xmlns:a="http://schemas.openxmlformats.org/drawingml/2006/main" prst="rect">
            <a:avLst/>
          </a:prstGeom>
        </p:spPr>
      </p:pic>
      <p:sp>
        <p:nvSpPr>
          <p:cNvPr id="7" name="[Capacidade da ferramenta]">
            <a:extLst xmlns:a="http://schemas.openxmlformats.org/drawingml/2006/main">
              <a:ext uri="{FF2B5EF4-FFF2-40B4-BE49-F238E27FC236}">
                <a16:creationId xmlns:a16="http://schemas.microsoft.com/office/drawing/2014/main" id="{68B11208-3DB6-4321-9A0A-85308CD0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47825"/>
            <a:ext cx="390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7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[Capacidade da ferramenta]</a:t>
            </a:r>
          </a:p>
        </p:txBody>
      </p:sp>
      <p:sp>
        <p:nvSpPr>
          <p:cNvPr id="8" name="[Entrada de dados]&#10;&#10;[Verificações executadas]">
            <a:extLst xmlns:a="http://schemas.openxmlformats.org/drawingml/2006/main">
              <a:ext uri="{FF2B5EF4-FFF2-40B4-BE49-F238E27FC236}">
                <a16:creationId xmlns:a16="http://schemas.microsoft.com/office/drawing/2014/main" id="{920C5576-52AF-47F8-B9DC-0E0862F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905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[Entrada de dados]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[Verificações executadas]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[Saídas e evidências disponíveis]</a:t>
            </a:r>
          </a:p>
        </p:txBody>
      </p:sp>
      <p:sp>
        <p:nvSpPr>
          <p:cNvPr id="9" name="Descrever as capacidades que já estão impleme">
            <a:extLst xmlns:a="http://schemas.openxmlformats.org/drawingml/2006/main">
              <a:ext uri="{FF2B5EF4-FFF2-40B4-BE49-F238E27FC236}">
                <a16:creationId xmlns:a16="http://schemas.microsoft.com/office/drawing/2014/main" id="{51F2F192-0C43-44B4-BFB9-331916BE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Descrever as capacidades que já estão implementadas. Imagem ilustrativa.</a:t>
            </a:r>
          </a:p>
        </p:txBody>
      </p:sp>
    </p:spTree>
    <p:extLst>
      <p:ext uri="{BB962C8B-B14F-4D97-AF65-F5344CB8AC3E}">
        <p14:creationId xmlns:p14="http://schemas.microsoft.com/office/powerpoint/2010/main" val="58906471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47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B2F1A-2265-47BA-BA76-790CF79984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b34d2520941e0"/>
          <a:srcRect xmlns:a="http://schemas.openxmlformats.org/drawingml/2006/main" l="26029" t="0" r="260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43815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8C8F9-2073-4567-845B-44E9FB930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b52a3d5b9497f">
            <a:extLst>
              <a:ext uri="{96DAC541-7B7A-43D3-8B79-37D633B846F1}">
                <asvg:svgBlip xmlns:asvg="http://schemas.microsoft.com/office/drawing/2016/SVG/main" r:embed="Rea411834fe9a41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333375"/>
            <a:ext cx="3810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[Inteligência artificial]&#10;[Análise de dados]">
            <a:extLst xmlns:a="http://schemas.openxmlformats.org/drawingml/2006/main">
              <a:ext uri="{FF2B5EF4-FFF2-40B4-BE49-F238E27FC236}">
                <a16:creationId xmlns:a16="http://schemas.microsoft.com/office/drawing/2014/main" id="{33421C4E-CA48-4466-A5A0-F4762DC3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defPPr>
            <a:lvl1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1pPr>
            <a:lvl2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2pPr>
            <a:lvl3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3pPr>
            <a:lvl4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4pPr>
            <a:lvl5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5pPr>
            <a:lvl6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6pPr>
            <a:lvl7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7pPr>
            <a:lvl8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8pPr>
            <a:lvl9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pPr>
            <a:r>
              <a:rPr sz="3150" b="1">
                <a:solidFill>
                  <a:srgbClr val="FFFFFF"/>
                </a:solidFill>
                <a:latin typeface="Delight"/>
                <a:ea typeface="Delight"/>
                <a:cs typeface="Delight"/>
              </a:rPr>
              <a:t>[Inteligência artificial]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pPr>
            <a:r>
              <a:rPr sz="3150" b="1">
                <a:solidFill>
                  <a:srgbClr val="FFFFFF"/>
                </a:solidFill>
                <a:latin typeface="Delight"/>
                <a:ea typeface="Delight"/>
                <a:cs typeface="Delight"/>
              </a:rPr>
              <a:t>[Análise de dados]</a:t>
            </a:r>
          </a:p>
        </p:txBody>
      </p:sp>
      <p:sp>
        <p:nvSpPr>
          <p:cNvPr id="4" name="[Caso de uso / escopo / estágio]">
            <a:extLst xmlns:a="http://schemas.openxmlformats.org/drawingml/2006/main">
              <a:ext uri="{FF2B5EF4-FFF2-40B4-BE49-F238E27FC236}">
                <a16:creationId xmlns:a16="http://schemas.microsoft.com/office/drawing/2014/main" id="{58EBB59C-F61F-44C6-AF88-E724C019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[Caso de uso / escopo / estágio]</a:t>
            </a:r>
          </a:p>
        </p:txBody>
      </p:sp>
    </p:spTree>
    <p:extLst>
      <p:ext uri="{BB962C8B-B14F-4D97-AF65-F5344CB8AC3E}">
        <p14:creationId xmlns:p14="http://schemas.microsoft.com/office/powerpoint/2010/main" val="20969422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047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F25BF-123D-42F5-AAB5-A318544F09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6c81e8a3b4570"/>
          <a:srcRect xmlns:a="http://schemas.openxmlformats.org/drawingml/2006/main" l="16430" t="0" r="16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762125"/>
            <a:ext cx="3238500" cy="271462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A54BC-DB7F-4B0E-873F-02C3EC9587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406b7edb34ed3">
            <a:extLst>
              <a:ext uri="{96DAC541-7B7A-43D3-8B79-37D633B846F1}">
                <asvg:svgBlip xmlns:asvg="http://schemas.microsoft.com/office/drawing/2016/SVG/main" r:embed="R81176fc1b3f645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81925" y="314325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3" name="[Caso de uso de IA]">
            <a:extLst xmlns:a="http://schemas.openxmlformats.org/drawingml/2006/main">
              <a:ext uri="{FF2B5EF4-FFF2-40B4-BE49-F238E27FC236}">
                <a16:creationId xmlns:a16="http://schemas.microsoft.com/office/drawing/2014/main" id="{4B62C8FE-F720-4CD4-9376-9D90E0EC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FFFFFF"/>
                </a:solidFill>
                <a:latin typeface="Delight"/>
                <a:ea typeface="Delight"/>
                <a:cs typeface="Delight"/>
              </a:rPr>
              <a:t>[Caso de uso de IA]</a:t>
            </a:r>
          </a:p>
        </p:txBody>
      </p:sp>
      <p:sp>
        <p:nvSpPr>
          <p:cNvPr id="4" name="[Pergunta que o modelo apoia]&#10;&#10;[Dados necessá">
            <a:extLst xmlns:a="http://schemas.openxmlformats.org/drawingml/2006/main">
              <a:ext uri="{FF2B5EF4-FFF2-40B4-BE49-F238E27FC236}">
                <a16:creationId xmlns:a16="http://schemas.microsoft.com/office/drawing/2014/main" id="{F1CFD6E9-3472-4232-B625-35AC309F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28900"/>
            <a:ext cx="44767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[Pergunta que o modelo apoia]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[Dados necessários e limites]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650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[Validação humana e evidências]</a:t>
            </a:r>
          </a:p>
        </p:txBody>
      </p:sp>
    </p:spTree>
    <p:extLst>
      <p:ext uri="{BB962C8B-B14F-4D97-AF65-F5344CB8AC3E}">
        <p14:creationId xmlns:p14="http://schemas.microsoft.com/office/powerpoint/2010/main" val="20398682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C52889-FAED-4B4E-B401-E53DA05432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Conceitos para ler os resultados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7C670-E488-4BB6-BDF3-CBA6DD963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fe1dcd7694667">
            <a:extLst>
              <a:ext uri="{96DAC541-7B7A-43D3-8B79-37D633B846F1}">
                <asvg:svgBlip xmlns:asvg="http://schemas.microsoft.com/office/drawing/2016/SVG/main" r:embed="R9dbe5ef747ea4f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E0C5218A-FE11-4E3A-9D45-050EC5F2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31">
            <a:extLst xmlns:a="http://schemas.openxmlformats.org/drawingml/2006/main">
              <a:ext uri="{FF2B5EF4-FFF2-40B4-BE49-F238E27FC236}">
                <a16:creationId xmlns:a16="http://schemas.microsoft.com/office/drawing/2014/main" id="{AD7C9E8E-E178-42F7-9A9D-260D424F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31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130F7C8A-031B-4843-A2A5-C10A7C3A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[Unidade de análise]">
            <a:extLst xmlns:a="http://schemas.openxmlformats.org/drawingml/2006/main">
              <a:ext uri="{FF2B5EF4-FFF2-40B4-BE49-F238E27FC236}">
                <a16:creationId xmlns:a16="http://schemas.microsoft.com/office/drawing/2014/main" id="{C9B76DAD-3F66-4574-B13F-B1FDD083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0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[Unidade de análise]</a:t>
            </a:r>
          </a:p>
        </p:txBody>
      </p:sp>
      <p:sp>
        <p:nvSpPr>
          <p:cNvPr id="7" name="[Explique se a contagem representa pessoas, v">
            <a:extLst xmlns:a="http://schemas.openxmlformats.org/drawingml/2006/main">
              <a:ext uri="{FF2B5EF4-FFF2-40B4-BE49-F238E27FC236}">
                <a16:creationId xmlns:a16="http://schemas.microsoft.com/office/drawing/2014/main" id="{FA1336FB-F2BD-42B5-9559-35B7043D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90775"/>
            <a:ext cx="37623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[Explique se a contagem representa pessoas, vínculos, contatos ou registros.]</a:t>
            </a:r>
          </a:p>
        </p:txBody>
      </p:sp>
      <p:sp>
        <p:nvSpPr>
          <p:cNvPr id="8" name="[Regra e denominador]">
            <a:extLst xmlns:a="http://schemas.openxmlformats.org/drawingml/2006/main">
              <a:ext uri="{FF2B5EF4-FFF2-40B4-BE49-F238E27FC236}">
                <a16:creationId xmlns:a16="http://schemas.microsoft.com/office/drawing/2014/main" id="{5ADC23D0-0B50-4955-8DA0-C81B2AA4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0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[Regra e denominador]</a:t>
            </a:r>
          </a:p>
        </p:txBody>
      </p:sp>
      <p:sp>
        <p:nvSpPr>
          <p:cNvPr id="9" name="[Descreva o cálculo, o universo e a competênc">
            <a:extLst xmlns:a="http://schemas.openxmlformats.org/drawingml/2006/main">
              <a:ext uri="{FF2B5EF4-FFF2-40B4-BE49-F238E27FC236}">
                <a16:creationId xmlns:a16="http://schemas.microsoft.com/office/drawing/2014/main" id="{AF039FC5-05C7-4D9F-88BC-985E51E8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90775"/>
            <a:ext cx="366712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7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[Descreva o cálculo, o universo e a competência. Registre as exclusões.]</a:t>
            </a:r>
          </a:p>
        </p:txBody>
      </p:sp>
      <p:sp>
        <p:nvSpPr>
          <p:cNvPr id="10" name="[Definição validada / área responsável / refe">
            <a:extLst xmlns:a="http://schemas.openxmlformats.org/drawingml/2006/main">
              <a:ext uri="{FF2B5EF4-FFF2-40B4-BE49-F238E27FC236}">
                <a16:creationId xmlns:a16="http://schemas.microsoft.com/office/drawing/2014/main" id="{1A4E92EA-5B74-442B-9854-85142717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[Definição validada / área responsável / referência]</a:t>
            </a:r>
          </a:p>
        </p:txBody>
      </p:sp>
    </p:spTree>
    <p:extLst>
      <p:ext uri="{BB962C8B-B14F-4D97-AF65-F5344CB8AC3E}">
        <p14:creationId xmlns:p14="http://schemas.microsoft.com/office/powerpoint/2010/main" val="7944377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B861B9A-BF4E-4C2A-9E78-FC3F15C54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Definição dos indicadores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C3852-E2BC-4EBD-AE1A-57EFCA3394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802b27f3d4cf2">
            <a:extLst>
              <a:ext uri="{96DAC541-7B7A-43D3-8B79-37D633B846F1}">
                <asvg:svgBlip xmlns:asvg="http://schemas.microsoft.com/office/drawing/2016/SVG/main" r:embed="Rf583c346c8054c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F34EE049-D776-4A19-9B1C-6DA38D9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32">
            <a:extLst xmlns:a="http://schemas.openxmlformats.org/drawingml/2006/main">
              <a:ext uri="{FF2B5EF4-FFF2-40B4-BE49-F238E27FC236}">
                <a16:creationId xmlns:a16="http://schemas.microsoft.com/office/drawing/2014/main" id="{AD24064F-0667-42DA-88AC-C9C9B169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32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D28C6788-C16F-43C7-AA3F-0CB65EEC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7CF2E-3CC0-49E2-B072-378217D71796}"/>
              </a:ext>
            </a:extLst>
          </p:cNvPr>
          <p:cNvGraphicFramePr/>
          <p:nvPr/>
        </p:nvGraphicFramePr>
        <p:xfrm>
          <a:off xmlns:a="http://schemas.openxmlformats.org/drawingml/2006/main" x="476250" y="1571625"/>
          <a:ext xmlns:a="http://schemas.openxmlformats.org/drawingml/2006/main" cx="8191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047875"/>
                <a:gridCol w="2047875"/>
                <a:gridCol w="2047875"/>
              </a:tblGrid>
              <a:tr h="642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Indicador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O que mede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Universo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Fonte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[Nome]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[Definição]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[Denominador]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[Base / data]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[Nome]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[Definição]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[Denominador]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[Base / data]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[Nome]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[Definição]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[Denominador]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[Base / data]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[Fórmula e responsável pela validação]">
            <a:extLst xmlns:a="http://schemas.openxmlformats.org/drawingml/2006/main">
              <a:ext uri="{FF2B5EF4-FFF2-40B4-BE49-F238E27FC236}">
                <a16:creationId xmlns:a16="http://schemas.microsoft.com/office/drawing/2014/main" id="{C7231DAF-646D-460C-B8F4-65209110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[Fórmula e responsável pela validação]</a:t>
            </a:r>
          </a:p>
        </p:txBody>
      </p:sp>
    </p:spTree>
    <p:extLst>
      <p:ext uri="{BB962C8B-B14F-4D97-AF65-F5344CB8AC3E}">
        <p14:creationId xmlns:p14="http://schemas.microsoft.com/office/powerpoint/2010/main" val="19983153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B861B9A-BF4E-4C2A-9E78-FC3F15C54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Fontes e condições da análise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E1394-B650-46B5-ADB8-68657657A5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5713ea53842b6">
            <a:extLst>
              <a:ext uri="{96DAC541-7B7A-43D3-8B79-37D633B846F1}">
                <asvg:svgBlip xmlns:asvg="http://schemas.microsoft.com/office/drawing/2016/SVG/main" r:embed="R345a687a422441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CFCC42B9-B63B-4341-93DA-8D065F77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33">
            <a:extLst xmlns:a="http://schemas.openxmlformats.org/drawingml/2006/main">
              <a:ext uri="{FF2B5EF4-FFF2-40B4-BE49-F238E27FC236}">
                <a16:creationId xmlns:a16="http://schemas.microsoft.com/office/drawing/2014/main" id="{C728D147-542F-415E-AA18-35BE5344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33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66A8122E-6041-4381-A59A-6C3A65C2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496D2-6186-4962-8573-0C498FF2126D}"/>
              </a:ext>
            </a:extLst>
          </p:cNvPr>
          <p:cNvGraphicFramePr/>
          <p:nvPr/>
        </p:nvGraphicFramePr>
        <p:xfrm>
          <a:off xmlns:a="http://schemas.openxmlformats.org/drawingml/2006/main" x="476250" y="1571625"/>
          <a:ext xmlns:a="http://schemas.openxmlformats.org/drawingml/2006/main" cx="8191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047875"/>
                <a:gridCol w="2047875"/>
                <a:gridCol w="2047875"/>
              </a:tblGrid>
              <a:tr h="642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Fonte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Competência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Conferência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Limitação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[Base oficial]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[Data]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[Critério]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[Observação]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[Contatos]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[Data]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[Critério]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[Observação]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[Fonte de apoio]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[Data]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[Critério]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[Observação]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[Repositório / versão do arquivo / extração]">
            <a:extLst xmlns:a="http://schemas.openxmlformats.org/drawingml/2006/main">
              <a:ext uri="{FF2B5EF4-FFF2-40B4-BE49-F238E27FC236}">
                <a16:creationId xmlns:a16="http://schemas.microsoft.com/office/drawing/2014/main" id="{3A3B6BCD-9C7C-4296-9421-0B6236C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[Repositório / versão do arquivo / extração]</a:t>
            </a:r>
          </a:p>
        </p:txBody>
      </p:sp>
    </p:spTree>
    <p:extLst>
      <p:ext uri="{BB962C8B-B14F-4D97-AF65-F5344CB8AC3E}">
        <p14:creationId xmlns:p14="http://schemas.microsoft.com/office/powerpoint/2010/main" val="204236806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A43B7DC-F004-47E7-AC80-CA200F291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Da base à evidência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CD550-E20A-4059-84DB-8658F7FB27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0d509a29d4b14">
            <a:extLst>
              <a:ext uri="{96DAC541-7B7A-43D3-8B79-37D633B846F1}">
                <asvg:svgBlip xmlns:asvg="http://schemas.microsoft.com/office/drawing/2016/SVG/main" r:embed="Rfe29ab4782a048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308CF6ED-421E-422A-A3A2-F45BC21A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34">
            <a:extLst xmlns:a="http://schemas.openxmlformats.org/drawingml/2006/main">
              <a:ext uri="{FF2B5EF4-FFF2-40B4-BE49-F238E27FC236}">
                <a16:creationId xmlns:a16="http://schemas.microsoft.com/office/drawing/2014/main" id="{6BB60119-A923-43D3-990C-AED734D0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34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301D06B2-18EA-4393-951D-13E53C4F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AEFFB574-1D9F-4F2B-988E-E49A2C49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01</a:t>
            </a:r>
          </a:p>
        </p:txBody>
      </p:sp>
      <p:sp>
        <p:nvSpPr>
          <p:cNvPr id="7" name="Receber">
            <a:extLst xmlns:a="http://schemas.openxmlformats.org/drawingml/2006/main">
              <a:ext uri="{FF2B5EF4-FFF2-40B4-BE49-F238E27FC236}">
                <a16:creationId xmlns:a16="http://schemas.microsoft.com/office/drawing/2014/main" id="{9FA68622-F05A-48FD-96F3-C385377B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6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Receber</a:t>
            </a:r>
          </a:p>
        </p:txBody>
      </p:sp>
      <p:sp>
        <p:nvSpPr>
          <p:cNvPr id="8" name="[Origem e fotografia]">
            <a:extLst xmlns:a="http://schemas.openxmlformats.org/drawingml/2006/main">
              <a:ext uri="{FF2B5EF4-FFF2-40B4-BE49-F238E27FC236}">
                <a16:creationId xmlns:a16="http://schemas.microsoft.com/office/drawing/2014/main" id="{C6750122-9D31-4E67-B483-B95B43AE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1857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[Origem e fotografia]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20F2BA89-169B-4B9A-A8C5-99174F1B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02</a:t>
            </a:r>
          </a:p>
        </p:txBody>
      </p:sp>
      <p:sp>
        <p:nvSpPr>
          <p:cNvPr id="10" name="Conferir">
            <a:extLst xmlns:a="http://schemas.openxmlformats.org/drawingml/2006/main">
              <a:ext uri="{FF2B5EF4-FFF2-40B4-BE49-F238E27FC236}">
                <a16:creationId xmlns:a16="http://schemas.microsoft.com/office/drawing/2014/main" id="{4EF40469-822C-4572-89EE-5046551C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6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Conferir</a:t>
            </a:r>
          </a:p>
        </p:txBody>
      </p:sp>
      <p:sp>
        <p:nvSpPr>
          <p:cNvPr id="11" name="[Campos e regras]">
            <a:extLst xmlns:a="http://schemas.openxmlformats.org/drawingml/2006/main">
              <a:ext uri="{FF2B5EF4-FFF2-40B4-BE49-F238E27FC236}">
                <a16:creationId xmlns:a16="http://schemas.microsoft.com/office/drawing/2014/main" id="{C08801CA-F53F-42E9-ADFF-AACE5985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67100"/>
            <a:ext cx="1857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[Campos e regras]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88B54997-49A8-4BF3-85FC-9707A1AE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03</a:t>
            </a:r>
          </a:p>
        </p:txBody>
      </p:sp>
      <p:sp>
        <p:nvSpPr>
          <p:cNvPr id="13" name="Investigar">
            <a:extLst xmlns:a="http://schemas.openxmlformats.org/drawingml/2006/main">
              <a:ext uri="{FF2B5EF4-FFF2-40B4-BE49-F238E27FC236}">
                <a16:creationId xmlns:a16="http://schemas.microsoft.com/office/drawing/2014/main" id="{F904E381-B48E-4093-9E18-C7BA77DF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6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Investigar</a:t>
            </a:r>
          </a:p>
        </p:txBody>
      </p:sp>
      <p:sp>
        <p:nvSpPr>
          <p:cNvPr id="14" name="[Indícios e evidências]">
            <a:extLst xmlns:a="http://schemas.openxmlformats.org/drawingml/2006/main">
              <a:ext uri="{FF2B5EF4-FFF2-40B4-BE49-F238E27FC236}">
                <a16:creationId xmlns:a16="http://schemas.microsoft.com/office/drawing/2014/main" id="{5D79EAD6-217E-4E47-8F9A-DE2B2784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1857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[Indícios e evidências]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6E1D4753-8CED-461E-B7F8-E8B8D4B6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3225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04</a:t>
            </a:r>
          </a:p>
        </p:txBody>
      </p:sp>
      <p:sp>
        <p:nvSpPr>
          <p:cNvPr id="16" name="Acompanhar">
            <a:extLst xmlns:a="http://schemas.openxmlformats.org/drawingml/2006/main">
              <a:ext uri="{FF2B5EF4-FFF2-40B4-BE49-F238E27FC236}">
                <a16:creationId xmlns:a16="http://schemas.microsoft.com/office/drawing/2014/main" id="{78C44A0E-3143-4058-8AE2-E51BE7E9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16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Acompanhar</a:t>
            </a:r>
          </a:p>
        </p:txBody>
      </p:sp>
      <p:sp>
        <p:nvSpPr>
          <p:cNvPr id="17" name="[Tratamento e resultado]">
            <a:extLst xmlns:a="http://schemas.openxmlformats.org/drawingml/2006/main">
              <a:ext uri="{FF2B5EF4-FFF2-40B4-BE49-F238E27FC236}">
                <a16:creationId xmlns:a16="http://schemas.microsoft.com/office/drawing/2014/main" id="{F2615BB6-3841-44A4-A062-2E676E68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1857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4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[Tratamento e resultado]</a:t>
            </a:r>
          </a:p>
        </p:txBody>
      </p:sp>
      <p:sp>
        <p:nvSpPr>
          <p:cNvPr id="18" name="[Fluxo da aplicação ou rotina apresentada]">
            <a:extLst xmlns:a="http://schemas.openxmlformats.org/drawingml/2006/main">
              <a:ext uri="{FF2B5EF4-FFF2-40B4-BE49-F238E27FC236}">
                <a16:creationId xmlns:a16="http://schemas.microsoft.com/office/drawing/2014/main" id="{6282AE25-CA23-4A07-9C54-333B0BC5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[Fluxo da aplicação ou rotina apresentada]</a:t>
            </a:r>
          </a:p>
        </p:txBody>
      </p:sp>
    </p:spTree>
    <p:extLst>
      <p:ext uri="{BB962C8B-B14F-4D97-AF65-F5344CB8AC3E}">
        <p14:creationId xmlns:p14="http://schemas.microsoft.com/office/powerpoint/2010/main" val="94601354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9D3ED-1C2C-45FD-8312-280C2260B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8f85469b94b5c">
            <a:extLst>
              <a:ext uri="{96DAC541-7B7A-43D3-8B79-37D633B846F1}">
                <asvg:svgBlip xmlns:asvg="http://schemas.microsoft.com/office/drawing/2016/SVG/main" r:embed="R0825a2054ef04e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381000"/>
            <a:ext cx="4572000" cy="914400"/>
          </a:xfrm>
          <a:prstGeom xmlns:a="http://schemas.openxmlformats.org/drawingml/2006/main" prst="rect">
            <a:avLst/>
          </a:prstGeom>
        </p:spPr>
      </p:pic>
      <p:sp>
        <p:nvSpPr>
          <p:cNvPr id="2" name="[Relatório de revisão&#10;cadastral]">
            <a:extLst xmlns:a="http://schemas.openxmlformats.org/drawingml/2006/main">
              <a:ext uri="{FF2B5EF4-FFF2-40B4-BE49-F238E27FC236}">
                <a16:creationId xmlns:a16="http://schemas.microsoft.com/office/drawing/2014/main" id="{00D2C4C2-7F05-4CF6-BEEB-9145A4CA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781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defPPr>
            <a:lvl1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1pPr>
            <a:lvl2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2pPr>
            <a:lvl3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3pPr>
            <a:lvl4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4pPr>
            <a:lvl5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5pPr>
            <a:lvl6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6pPr>
            <a:lvl7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7pPr>
            <a:lvl8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8pPr>
            <a:lvl9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pPr>
            <a:r>
              <a:rPr sz="3525" b="1">
                <a:solidFill>
                  <a:srgbClr val="101617"/>
                </a:solidFill>
                <a:latin typeface="Delight"/>
                <a:ea typeface="Delight"/>
                <a:cs typeface="Delight"/>
              </a:rPr>
              <a:t>[Relatório de revisão</a:t>
            </a:r>
          </a:p>
          <a:p xmlns:a="http://schemas.openxmlformats.org/drawingml/2006/main">
            <a:pPr>
              <a:defRPr sz="3525" b="1">
                <a:solidFill>
                  <a:srgbClr val="101617"/>
                </a:solidFill>
                <a:latin typeface="Delight"/>
                <a:ea typeface="Delight"/>
                <a:cs typeface="Delight"/>
              </a:defRPr>
            </a:pPr>
            <a:r>
              <a:rPr sz="3525" b="1">
                <a:solidFill>
                  <a:srgbClr val="101617"/>
                </a:solidFill>
                <a:latin typeface="Delight"/>
                <a:ea typeface="Delight"/>
                <a:cs typeface="Delight"/>
              </a:rPr>
              <a:t>cadastral]</a:t>
            </a:r>
          </a:p>
        </p:txBody>
      </p:sp>
      <p:sp>
        <p:nvSpPr>
          <p:cNvPr id="3" name="Competência: [mês / ano]&#10;Escopo: [base e públ">
            <a:extLst xmlns:a="http://schemas.openxmlformats.org/drawingml/2006/main">
              <a:ext uri="{FF2B5EF4-FFF2-40B4-BE49-F238E27FC236}">
                <a16:creationId xmlns:a16="http://schemas.microsoft.com/office/drawing/2014/main" id="{262CBC4F-4EFB-45E5-8C03-5CFB2F90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Competência: [mês / ano]</a:t>
            </a:r>
          </a:p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Escopo: [base e público]</a:t>
            </a:r>
          </a:p>
          <a:p xmlns:a="http://schemas.openxmlformats.org/drawingml/2006/main">
            <a:pPr>
              <a:def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3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Responsável: [área]</a:t>
            </a:r>
          </a:p>
        </p:txBody>
      </p:sp>
    </p:spTree>
    <p:extLst>
      <p:ext uri="{BB962C8B-B14F-4D97-AF65-F5344CB8AC3E}">
        <p14:creationId xmlns:p14="http://schemas.microsoft.com/office/powerpoint/2010/main" val="7107381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047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EF40A-2223-4150-B01D-709E0C4324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d9e7390094a0c">
            <a:extLst>
              <a:ext uri="{96DAC541-7B7A-43D3-8B79-37D633B846F1}">
                <asvg:svgBlip xmlns:asvg="http://schemas.microsoft.com/office/drawing/2016/SVG/main" r:embed="Rfc1795a1a9264c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19450" y="276225"/>
            <a:ext cx="2705100" cy="3048000"/>
          </a:xfrm>
          <a:prstGeom xmlns:a="http://schemas.openxmlformats.org/drawingml/2006/main" prst="rect">
            <a:avLst/>
          </a:prstGeom>
        </p:spPr>
      </p:pic>
      <p:sp>
        <p:nvSpPr>
          <p:cNvPr id="2" name="[Mensagem final]">
            <a:extLst xmlns:a="http://schemas.openxmlformats.org/drawingml/2006/main">
              <a:ext uri="{FF2B5EF4-FFF2-40B4-BE49-F238E27FC236}">
                <a16:creationId xmlns:a16="http://schemas.microsoft.com/office/drawing/2014/main" id="{E12D2B8F-076E-4CC3-9B5A-3C4ECCA2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05225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defPPr>
            <a:lvl1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1pPr>
            <a:lvl2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2pPr>
            <a:lvl3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3pPr>
            <a:lvl4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4pPr>
            <a:lvl5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5pPr>
            <a:lvl6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6pPr>
            <a:lvl7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7pPr>
            <a:lvl8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8pPr>
            <a:lvl9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pPr>
            <a:r>
              <a:rPr sz="3150" b="1">
                <a:solidFill>
                  <a:srgbClr val="FFFFFF"/>
                </a:solidFill>
                <a:latin typeface="Delight"/>
                <a:ea typeface="Delight"/>
                <a:cs typeface="Delight"/>
              </a:rPr>
              <a:t>[Mensagem final]</a:t>
            </a:r>
          </a:p>
        </p:txBody>
      </p:sp>
      <p:sp>
        <p:nvSpPr>
          <p:cNvPr id="3" name="[Contato institucional]">
            <a:extLst xmlns:a="http://schemas.openxmlformats.org/drawingml/2006/main">
              <a:ext uri="{FF2B5EF4-FFF2-40B4-BE49-F238E27FC236}">
                <a16:creationId xmlns:a16="http://schemas.microsoft.com/office/drawing/2014/main" id="{5D7CD692-7C83-46B4-86B0-0BD306A2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72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2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[Contato institucional]</a:t>
            </a:r>
          </a:p>
        </p:txBody>
      </p:sp>
    </p:spTree>
    <p:extLst>
      <p:ext uri="{BB962C8B-B14F-4D97-AF65-F5344CB8AC3E}">
        <p14:creationId xmlns:p14="http://schemas.microsoft.com/office/powerpoint/2010/main" val="9236887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B861B9A-BF4E-4C2A-9E78-FC3F15C54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Evolução das aplicações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75F8E-4E66-4400-945B-3E4D2304A9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61d8163d4450f">
            <a:extLst>
              <a:ext uri="{96DAC541-7B7A-43D3-8B79-37D633B846F1}">
                <asvg:svgBlip xmlns:asvg="http://schemas.microsoft.com/office/drawing/2016/SVG/main" r:embed="R513182b88c0148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4F661722-CABD-425F-B2BD-3469D033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37">
            <a:extLst xmlns:a="http://schemas.openxmlformats.org/drawingml/2006/main">
              <a:ext uri="{FF2B5EF4-FFF2-40B4-BE49-F238E27FC236}">
                <a16:creationId xmlns:a16="http://schemas.microsoft.com/office/drawing/2014/main" id="{3E26DC21-1F3E-4383-B613-4C91DC3B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37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46AACF9B-125B-4584-9060-81404706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F7AE4-1E79-4E0B-B926-5801E39E7336}"/>
              </a:ext>
            </a:extLst>
          </p:cNvPr>
          <p:cNvGraphicFramePr/>
          <p:nvPr/>
        </p:nvGraphicFramePr>
        <p:xfrm>
          <a:off xmlns:a="http://schemas.openxmlformats.org/drawingml/2006/main" x="476250" y="1571625"/>
          <a:ext xmlns:a="http://schemas.openxmlformats.org/drawingml/2006/main" cx="8191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047875"/>
                <a:gridCol w="2047875"/>
                <a:gridCol w="2047875"/>
              </a:tblGrid>
              <a:tr h="642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Frente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Situação atual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Próxima entrega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Prazo</a:t>
                      </a:r>
                    </a:p>
                  </a:txBody>
                  <a:tcPr marL="91440" marR="91440" marT="45720" marB="45720">
                    <a:solidFill>
                      <a:srgbClr val="00474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[Ferramenta]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[Disponível / planejado]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[Entrega]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[Data]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[Painel]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[Disponível / planejado]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[Entrega]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[Data]</a:t>
                      </a:r>
                    </a:p>
                  </a:txBody>
                  <a:tcPr marL="91440" marR="91440" marT="45720" marB="45720">
                    <a:solidFill>
                      <a:srgbClr val="F0EDE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[Repositório]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[Disponível / planejado]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[Entrega]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617"/>
                          </a:solidFill>
                          <a:latin typeface="Inter Variable"/>
                          <a:ea typeface="Inter Variable"/>
                          <a:cs typeface="Inter Variable"/>
                        </a:rPr>
                        <a:t>[Data]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ferenciar funcionalidades disponíveis de pr">
            <a:extLst xmlns:a="http://schemas.openxmlformats.org/drawingml/2006/main">
              <a:ext uri="{FF2B5EF4-FFF2-40B4-BE49-F238E27FC236}">
                <a16:creationId xmlns:a16="http://schemas.microsoft.com/office/drawing/2014/main" id="{0F7D1E7E-631D-4D05-B076-7E0632DF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Diferenciar funcionalidades disponíveis de propostas futuras.</a:t>
            </a:r>
          </a:p>
        </p:txBody>
      </p:sp>
    </p:spTree>
    <p:extLst>
      <p:ext uri="{BB962C8B-B14F-4D97-AF65-F5344CB8AC3E}">
        <p14:creationId xmlns:p14="http://schemas.microsoft.com/office/powerpoint/2010/main" val="70978417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0ED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A43B7DC-F004-47E7-AC80-CA200F291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5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Um indicador em destaque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B4787-F461-443E-A3F4-49CC49EED5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39c685c8e4456">
            <a:extLst>
              <a:ext uri="{96DAC541-7B7A-43D3-8B79-37D633B846F1}">
                <asvg:svgBlip xmlns:asvg="http://schemas.microsoft.com/office/drawing/2016/SVG/main" r:embed="Rb475cf0a516841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33350"/>
            <a:ext cx="2857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[Competência / área]">
            <a:extLst xmlns:a="http://schemas.openxmlformats.org/drawingml/2006/main">
              <a:ext uri="{FF2B5EF4-FFF2-40B4-BE49-F238E27FC236}">
                <a16:creationId xmlns:a16="http://schemas.microsoft.com/office/drawing/2014/main" id="{AE6EC44E-77BE-4481-BE20-6C900C7C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750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[Competência / área]</a:t>
            </a:r>
          </a:p>
        </p:txBody>
      </p:sp>
      <p:sp>
        <p:nvSpPr>
          <p:cNvPr id="4" name="38">
            <a:extLst xmlns:a="http://schemas.openxmlformats.org/drawingml/2006/main">
              <a:ext uri="{FF2B5EF4-FFF2-40B4-BE49-F238E27FC236}">
                <a16:creationId xmlns:a16="http://schemas.microsoft.com/office/drawing/2014/main" id="{2E7E8985-8E0E-4E8A-A81F-9459CB0F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38</a:t>
            </a:r>
          </a:p>
        </p:txBody>
      </p:sp>
      <p:sp>
        <p:nvSpPr>
          <p:cNvPr id="5" name="Programa de Inteligência Cadastral">
            <a:extLst xmlns:a="http://schemas.openxmlformats.org/drawingml/2006/main">
              <a:ext uri="{FF2B5EF4-FFF2-40B4-BE49-F238E27FC236}">
                <a16:creationId xmlns:a16="http://schemas.microsoft.com/office/drawing/2014/main" id="{926508D9-EB1B-4F5F-AE90-008D6D36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6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Programa de Inteligência Cadastral</a:t>
            </a:r>
          </a:p>
        </p:txBody>
      </p:sp>
      <p:sp>
        <p:nvSpPr>
          <p:cNvPr id="6" name="[valor]">
            <a:extLst xmlns:a="http://schemas.openxmlformats.org/drawingml/2006/main">
              <a:ext uri="{FF2B5EF4-FFF2-40B4-BE49-F238E27FC236}">
                <a16:creationId xmlns:a16="http://schemas.microsoft.com/office/drawing/2014/main" id="{F1BE2FB8-6570-4E2A-8CAB-0EDF0053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4810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645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[valor]</a:t>
            </a:r>
          </a:p>
        </p:txBody>
      </p:sp>
      <p:sp>
        <p:nvSpPr>
          <p:cNvPr id="7" name="[Nome e definição do indicador]">
            <a:extLst xmlns:a="http://schemas.openxmlformats.org/drawingml/2006/main">
              <a:ext uri="{FF2B5EF4-FFF2-40B4-BE49-F238E27FC236}">
                <a16:creationId xmlns:a16="http://schemas.microsoft.com/office/drawing/2014/main" id="{42FD2E0D-5357-41ED-995A-5F7531A4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623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210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[Nome e definição do indicador]</a:t>
            </a:r>
          </a:p>
        </p:txBody>
      </p:sp>
      <p:sp>
        <p:nvSpPr>
          <p:cNvPr id="8" name="[Interpretação do resultado, competência e li">
            <a:extLst xmlns:a="http://schemas.openxmlformats.org/drawingml/2006/main">
              <a:ext uri="{FF2B5EF4-FFF2-40B4-BE49-F238E27FC236}">
                <a16:creationId xmlns:a16="http://schemas.microsoft.com/office/drawing/2014/main" id="{1DEBA182-E2DB-4E0A-AB1B-30324A8F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762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[Interpretação do resultado, competência e limitação.]</a:t>
            </a:r>
          </a:p>
        </p:txBody>
      </p:sp>
      <p:sp>
        <p:nvSpPr>
          <p:cNvPr id="9" name="Fonte: [base / recorte / cálculo validado]">
            <a:extLst xmlns:a="http://schemas.openxmlformats.org/drawingml/2006/main">
              <a:ext uri="{FF2B5EF4-FFF2-40B4-BE49-F238E27FC236}">
                <a16:creationId xmlns:a16="http://schemas.microsoft.com/office/drawing/2014/main" id="{990C43EF-1E67-4EC8-A458-5628C3BB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82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Fonte: [base / recorte / cálculo validado]</a:t>
            </a:r>
          </a:p>
        </p:txBody>
      </p:sp>
    </p:spTree>
    <p:extLst>
      <p:ext uri="{BB962C8B-B14F-4D97-AF65-F5344CB8AC3E}">
        <p14:creationId xmlns:p14="http://schemas.microsoft.com/office/powerpoint/2010/main" val="21304767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F86AB-F407-4C37-8BA3-39210E821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b0fafd07e4763">
            <a:extLst>
              <a:ext uri="{96DAC541-7B7A-43D3-8B79-37D633B846F1}">
                <asvg:svgBlip xmlns:asvg="http://schemas.microsoft.com/office/drawing/2016/SVG/main" r:embed="Reba342c4335045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314325"/>
            <a:ext cx="5191125" cy="1762125"/>
          </a:xfrm>
          <a:prstGeom xmlns:a="http://schemas.openxmlformats.org/drawingml/2006/main" prst="rect">
            <a:avLst/>
          </a:prstGeom>
        </p:spPr>
      </p:pic>
      <p:sp>
        <p:nvSpPr>
          <p:cNvPr id="2" name="[Tema da apresentação]">
            <a:extLst xmlns:a="http://schemas.openxmlformats.org/drawingml/2006/main">
              <a:ext uri="{FF2B5EF4-FFF2-40B4-BE49-F238E27FC236}">
                <a16:creationId xmlns:a16="http://schemas.microsoft.com/office/drawing/2014/main" id="{6085D9A6-8CA8-4CBD-BD03-5A18FD9E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9082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defPPr>
            <a:lvl1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1pPr>
            <a:lvl2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2pPr>
            <a:lvl3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3pPr>
            <a:lvl4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4pPr>
            <a:lvl5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5pPr>
            <a:lvl6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6pPr>
            <a:lvl7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7pPr>
            <a:lvl8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8pPr>
            <a:lvl9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04741"/>
                </a:solidFill>
                <a:latin typeface="Delight"/>
                <a:ea typeface="Delight"/>
                <a:cs typeface="Delight"/>
              </a:defRPr>
            </a:pPr>
            <a:r>
              <a:rPr sz="3600" b="1">
                <a:solidFill>
                  <a:srgbClr val="004741"/>
                </a:solidFill>
                <a:latin typeface="Delight"/>
                <a:ea typeface="Delight"/>
                <a:cs typeface="Delight"/>
              </a:rPr>
              <a:t>[Tema da apresentação]</a:t>
            </a:r>
          </a:p>
        </p:txBody>
      </p:sp>
      <p:sp>
        <p:nvSpPr>
          <p:cNvPr id="3" name="[Subtítulo / responsável / data]">
            <a:extLst xmlns:a="http://schemas.openxmlformats.org/drawingml/2006/main">
              <a:ext uri="{FF2B5EF4-FFF2-40B4-BE49-F238E27FC236}">
                <a16:creationId xmlns:a16="http://schemas.microsoft.com/office/drawing/2014/main" id="{952C6144-0DD2-4D32-89BD-9E0E9006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8147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616B68"/>
                </a:solidFill>
                <a:latin typeface="Inter Variable"/>
                <a:ea typeface="Inter Variable"/>
                <a:cs typeface="Inter Variable"/>
              </a:rPr>
              <a:t>[Subtítulo / responsável / data]</a:t>
            </a:r>
          </a:p>
        </p:txBody>
      </p:sp>
    </p:spTree>
    <p:extLst>
      <p:ext uri="{BB962C8B-B14F-4D97-AF65-F5344CB8AC3E}">
        <p14:creationId xmlns:p14="http://schemas.microsoft.com/office/powerpoint/2010/main" val="103459553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047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F3C0B-4623-47F6-AF65-639F87C483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515c332284e4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D1B3F-7022-4F1A-828C-64E79E7E94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0e177b7d84720">
            <a:extLst>
              <a:ext uri="{96DAC541-7B7A-43D3-8B79-37D633B846F1}">
                <asvg:svgBlip xmlns:asvg="http://schemas.microsoft.com/office/drawing/2016/SVG/main" r:embed="R76cd33549efd45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381000"/>
            <a:ext cx="4381500" cy="1485900"/>
          </a:xfrm>
          <a:prstGeom xmlns:a="http://schemas.openxmlformats.org/drawingml/2006/main" prst="rect">
            <a:avLst/>
          </a:prstGeom>
        </p:spPr>
      </p:pic>
      <p:sp>
        <p:nvSpPr>
          <p:cNvPr id="3" name="[Encerramento]">
            <a:extLst xmlns:a="http://schemas.openxmlformats.org/drawingml/2006/main">
              <a:ext uri="{FF2B5EF4-FFF2-40B4-BE49-F238E27FC236}">
                <a16:creationId xmlns:a16="http://schemas.microsoft.com/office/drawing/2014/main" id="{2CDB0671-3B97-433B-A726-B21B3DEB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defPPr>
            <a:lvl1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1pPr>
            <a:lvl2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2pPr>
            <a:lvl3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3pPr>
            <a:lvl4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4pPr>
            <a:lvl5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5pPr>
            <a:lvl6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6pPr>
            <a:lvl7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7pPr>
            <a:lvl8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8pPr>
            <a:lvl9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Delight"/>
                <a:ea typeface="Delight"/>
                <a:cs typeface="Delight"/>
              </a:defRPr>
            </a:pPr>
            <a:r>
              <a:rPr sz="3450" b="1">
                <a:solidFill>
                  <a:srgbClr val="FFFFFF"/>
                </a:solidFill>
                <a:latin typeface="Delight"/>
                <a:ea typeface="Delight"/>
                <a:cs typeface="Delight"/>
              </a:rPr>
              <a:t>[Encerramento]</a:t>
            </a:r>
          </a:p>
        </p:txBody>
      </p:sp>
      <p:sp>
        <p:nvSpPr>
          <p:cNvPr id="4" name="[Nome / área / contato]">
            <a:extLst xmlns:a="http://schemas.openxmlformats.org/drawingml/2006/main">
              <a:ext uri="{FF2B5EF4-FFF2-40B4-BE49-F238E27FC236}">
                <a16:creationId xmlns:a16="http://schemas.microsoft.com/office/drawing/2014/main" id="{332A1F10-C86A-4BA4-8B69-93F48853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defPPr>
            <a:lvl1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1pPr>
            <a:lvl2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2pPr>
            <a:lvl3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3pPr>
            <a:lvl4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4pPr>
            <a:lvl5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5pPr>
            <a:lvl6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6pPr>
            <a:lvl7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7pPr>
            <a:lvl8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8pPr>
            <a:lvl9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defRPr>
            </a:pPr>
            <a:r>
              <a:rPr sz="1575" b="0">
                <a:solidFill>
                  <a:srgbClr val="F0EDE4"/>
                </a:solidFill>
                <a:latin typeface="Inter Variable"/>
                <a:ea typeface="Inter Variable"/>
                <a:cs typeface="Inter Variable"/>
              </a:rPr>
              <a:t>[Nome / área / contato]</a:t>
            </a:r>
          </a:p>
        </p:txBody>
      </p:sp>
    </p:spTree>
    <p:extLst>
      <p:ext uri="{BB962C8B-B14F-4D97-AF65-F5344CB8AC3E}">
        <p14:creationId xmlns:p14="http://schemas.microsoft.com/office/powerpoint/2010/main" val="1203567881"/>
      </p:ext>
    </p:extLst>
  </p:cSld>
</p:sld>
</file>

<file path=ppt/theme/theme1.xml><?xml version="1.0" encoding="utf-8"?>
<a:theme xmlns:a="http://schemas.openxmlformats.org/drawingml/2006/main" name="ChatGPT">
  <a:themeElements>
    <a:clrScheme name="PIC Cyprus e Sand">
      <a:dk1>
        <a:srgbClr val="101617"/>
      </a:dk1>
      <a:lt1>
        <a:srgbClr val="FFFFFF"/>
      </a:lt1>
      <a:dk2>
        <a:srgbClr val="004741"/>
      </a:dk2>
      <a:lt2>
        <a:srgbClr val="F0EDE4"/>
      </a:lt2>
      <a:accent1>
        <a:srgbClr val="004741"/>
      </a:accent1>
      <a:accent2>
        <a:srgbClr val="00796E"/>
      </a:accent2>
      <a:accent3>
        <a:srgbClr val="5BAFA4"/>
      </a:accent3>
      <a:accent4>
        <a:srgbClr val="DCD6C7"/>
      </a:accent4>
      <a:accent5>
        <a:srgbClr val="E7E2D4"/>
      </a:accent5>
      <a:accent6>
        <a:srgbClr val="616B68"/>
      </a:accent6>
      <a:hlink>
        <a:srgbClr val="00796E"/>
      </a:hlink>
      <a:folHlink>
        <a:srgbClr val="004741"/>
      </a:folHlink>
    </a:clrScheme>
    <a:fontScheme name="">
      <a:majorFont>
        <a:latin typeface="Inter Variable"/>
        <a:ea typeface=""/>
        <a:cs typeface=""/>
      </a:majorFont>
      <a:minorFont>
        <a:latin typeface="Inter Variable"/>
        <a:ea typeface=""/>
        <a:cs typeface=""/>
      </a:minorFont>
    </a:fontScheme>
    <a:fmtScheme name="PIC Cyprus e San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2026-10-20T03:32:54.3300000Z</dcterms:created>
  <dcterms:modified xsi:type="dcterms:W3CDTF">2026-10-20T03:32:54.3300000Z</dcterms:modified>
</coreProperties>
</file>